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Raleway SemiBold"/>
      <p:regular r:id="rId24"/>
      <p:bold r:id="rId25"/>
      <p:italic r:id="rId26"/>
      <p:boldItalic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Cabin"/>
      <p:regular r:id="rId32"/>
      <p:bold r:id="rId33"/>
      <p:italic r:id="rId34"/>
      <p:boldItalic r:id="rId35"/>
    </p:embeddedFont>
    <p:embeddedFont>
      <p:font typeface="Assistant"/>
      <p:regular r:id="rId36"/>
      <p:bold r:id="rId37"/>
    </p:embeddedFont>
    <p:embeddedFont>
      <p:font typeface="Bebas Neue"/>
      <p:regular r:id="rId38"/>
    </p:embeddedFont>
    <p:embeddedFont>
      <p:font typeface="Londrina Solid"/>
      <p:regular r:id="rId39"/>
    </p:embeddedFont>
    <p:embeddedFont>
      <p:font typeface="Raleway Medium"/>
      <p:regular r:id="rId40"/>
      <p:bold r:id="rId41"/>
      <p:italic r:id="rId42"/>
      <p:boldItalic r:id="rId43"/>
    </p:embeddedFont>
    <p:embeddedFont>
      <p:font typeface="Poppins Black"/>
      <p:bold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Medium-regular.fntdata"/><Relationship Id="rId20" Type="http://schemas.openxmlformats.org/officeDocument/2006/relationships/font" Target="fonts/Raleway-regular.fntdata"/><Relationship Id="rId42" Type="http://schemas.openxmlformats.org/officeDocument/2006/relationships/font" Target="fonts/RalewayMedium-italic.fntdata"/><Relationship Id="rId41" Type="http://schemas.openxmlformats.org/officeDocument/2006/relationships/font" Target="fonts/RalewayMedium-bold.fntdata"/><Relationship Id="rId22" Type="http://schemas.openxmlformats.org/officeDocument/2006/relationships/font" Target="fonts/Raleway-italic.fntdata"/><Relationship Id="rId44" Type="http://schemas.openxmlformats.org/officeDocument/2006/relationships/font" Target="fonts/PoppinsBlack-bold.fntdata"/><Relationship Id="rId21" Type="http://schemas.openxmlformats.org/officeDocument/2006/relationships/font" Target="fonts/Raleway-bold.fntdata"/><Relationship Id="rId43" Type="http://schemas.openxmlformats.org/officeDocument/2006/relationships/font" Target="fonts/RalewayMedium-boldItalic.fntdata"/><Relationship Id="rId24" Type="http://schemas.openxmlformats.org/officeDocument/2006/relationships/font" Target="fonts/RalewaySemiBold-regular.fntdata"/><Relationship Id="rId23" Type="http://schemas.openxmlformats.org/officeDocument/2006/relationships/font" Target="fonts/Raleway-boldItalic.fntdata"/><Relationship Id="rId45" Type="http://schemas.openxmlformats.org/officeDocument/2006/relationships/font" Target="fonts/PoppinsBlack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SemiBold-italic.fntdata"/><Relationship Id="rId25" Type="http://schemas.openxmlformats.org/officeDocument/2006/relationships/font" Target="fonts/RalewaySemiBold-bold.fntdata"/><Relationship Id="rId28" Type="http://schemas.openxmlformats.org/officeDocument/2006/relationships/font" Target="fonts/Poppins-regular.fntdata"/><Relationship Id="rId27" Type="http://schemas.openxmlformats.org/officeDocument/2006/relationships/font" Target="fonts/Raleway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6.xml"/><Relationship Id="rId33" Type="http://schemas.openxmlformats.org/officeDocument/2006/relationships/font" Target="fonts/Cabin-bold.fntdata"/><Relationship Id="rId10" Type="http://schemas.openxmlformats.org/officeDocument/2006/relationships/slide" Target="slides/slide5.xml"/><Relationship Id="rId32" Type="http://schemas.openxmlformats.org/officeDocument/2006/relationships/font" Target="fonts/Cabin-regular.fntdata"/><Relationship Id="rId13" Type="http://schemas.openxmlformats.org/officeDocument/2006/relationships/slide" Target="slides/slide8.xml"/><Relationship Id="rId35" Type="http://schemas.openxmlformats.org/officeDocument/2006/relationships/font" Target="fonts/Cabin-boldItalic.fntdata"/><Relationship Id="rId12" Type="http://schemas.openxmlformats.org/officeDocument/2006/relationships/slide" Target="slides/slide7.xml"/><Relationship Id="rId34" Type="http://schemas.openxmlformats.org/officeDocument/2006/relationships/font" Target="fonts/Cabin-italic.fntdata"/><Relationship Id="rId15" Type="http://schemas.openxmlformats.org/officeDocument/2006/relationships/slide" Target="slides/slide10.xml"/><Relationship Id="rId37" Type="http://schemas.openxmlformats.org/officeDocument/2006/relationships/font" Target="fonts/Assistant-bold.fntdata"/><Relationship Id="rId14" Type="http://schemas.openxmlformats.org/officeDocument/2006/relationships/slide" Target="slides/slide9.xml"/><Relationship Id="rId36" Type="http://schemas.openxmlformats.org/officeDocument/2006/relationships/font" Target="fonts/Assistant-regular.fntdata"/><Relationship Id="rId17" Type="http://schemas.openxmlformats.org/officeDocument/2006/relationships/slide" Target="slides/slide12.xml"/><Relationship Id="rId39" Type="http://schemas.openxmlformats.org/officeDocument/2006/relationships/font" Target="fonts/LondrinaSolid-regular.fntdata"/><Relationship Id="rId16" Type="http://schemas.openxmlformats.org/officeDocument/2006/relationships/slide" Target="slides/slide11.xml"/><Relationship Id="rId38" Type="http://schemas.openxmlformats.org/officeDocument/2006/relationships/font" Target="fonts/BebasNeue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194af768e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194af768e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1710a41eb1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1710a41eb1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1710a41eb1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21710a41eb1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21710a41eb1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21710a41eb1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ad2b008a1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ad2b008a1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1710a41eb1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21710a41eb1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1710a41eb1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1710a41eb1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ad2b008a1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ad2b008a1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1710a41eb1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1710a41eb1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aeb2fcfa1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aeb2fcfa1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aeb2fcfa1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aeb2fcfa1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ad2b008a1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ad2b008a1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1710a41eb1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21710a41eb1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21710a41eb1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21710a41eb1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flipH="1">
            <a:off x="-3838501" y="-3186436"/>
            <a:ext cx="11523056" cy="5921406"/>
            <a:chOff x="1287053" y="-3034385"/>
            <a:chExt cx="11523056" cy="5921406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1287053" y="-3030034"/>
              <a:ext cx="11523056" cy="5917055"/>
              <a:chOff x="1287053" y="-3030034"/>
              <a:chExt cx="11523056" cy="5917055"/>
            </a:xfrm>
          </p:grpSpPr>
          <p:sp>
            <p:nvSpPr>
              <p:cNvPr id="11" name="Google Shape;11;p2"/>
              <p:cNvSpPr/>
              <p:nvPr/>
            </p:nvSpPr>
            <p:spPr>
              <a:xfrm flipH="1" rot="1626522">
                <a:off x="2622604" y="-2076704"/>
                <a:ext cx="8851954" cy="4073117"/>
              </a:xfrm>
              <a:custGeom>
                <a:rect b="b" l="l" r="r" t="t"/>
                <a:pathLst>
                  <a:path extrusionOk="0" fill="none" h="79933" w="112460">
                    <a:moveTo>
                      <a:pt x="1" y="0"/>
                    </a:moveTo>
                    <a:cubicBezTo>
                      <a:pt x="9493" y="1677"/>
                      <a:pt x="14997" y="11053"/>
                      <a:pt x="17245" y="19644"/>
                    </a:cubicBezTo>
                    <a:cubicBezTo>
                      <a:pt x="19850" y="29573"/>
                      <a:pt x="17459" y="40760"/>
                      <a:pt x="22750" y="49967"/>
                    </a:cubicBezTo>
                    <a:cubicBezTo>
                      <a:pt x="28307" y="59637"/>
                      <a:pt x="40601" y="64936"/>
                      <a:pt x="51199" y="66577"/>
                    </a:cubicBezTo>
                    <a:cubicBezTo>
                      <a:pt x="58023" y="67639"/>
                      <a:pt x="65374" y="66863"/>
                      <a:pt x="72306" y="67443"/>
                    </a:cubicBezTo>
                    <a:cubicBezTo>
                      <a:pt x="83939" y="68406"/>
                      <a:pt x="95117" y="71056"/>
                      <a:pt x="105367" y="76765"/>
                    </a:cubicBezTo>
                    <a:cubicBezTo>
                      <a:pt x="107642" y="78032"/>
                      <a:pt x="109908" y="79433"/>
                      <a:pt x="112460" y="79932"/>
                    </a:cubicBezTo>
                  </a:path>
                </a:pathLst>
              </a:custGeom>
              <a:noFill/>
              <a:ln cap="flat" cmpd="sng" w="28575">
                <a:solidFill>
                  <a:schemeClr val="lt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 flipH="1" rot="1626522">
                <a:off x="2648113" y="-2120576"/>
                <a:ext cx="8670050" cy="4066289"/>
              </a:xfrm>
              <a:custGeom>
                <a:rect b="b" l="l" r="r" t="t"/>
                <a:pathLst>
                  <a:path extrusionOk="0" fill="none" h="79799" w="110149">
                    <a:moveTo>
                      <a:pt x="110149" y="79798"/>
                    </a:moveTo>
                    <a:cubicBezTo>
                      <a:pt x="107704" y="79219"/>
                      <a:pt x="105519" y="77791"/>
                      <a:pt x="103315" y="76507"/>
                    </a:cubicBezTo>
                    <a:cubicBezTo>
                      <a:pt x="101281" y="75311"/>
                      <a:pt x="99194" y="74250"/>
                      <a:pt x="97071" y="73304"/>
                    </a:cubicBezTo>
                    <a:cubicBezTo>
                      <a:pt x="89791" y="70066"/>
                      <a:pt x="82021" y="68246"/>
                      <a:pt x="74027" y="67318"/>
                    </a:cubicBezTo>
                    <a:cubicBezTo>
                      <a:pt x="73002" y="67202"/>
                      <a:pt x="71976" y="67095"/>
                      <a:pt x="70941" y="67006"/>
                    </a:cubicBezTo>
                    <a:cubicBezTo>
                      <a:pt x="64116" y="66408"/>
                      <a:pt x="56899" y="67095"/>
                      <a:pt x="50182" y="65989"/>
                    </a:cubicBezTo>
                    <a:cubicBezTo>
                      <a:pt x="44847" y="65097"/>
                      <a:pt x="39119" y="63241"/>
                      <a:pt x="34177" y="60324"/>
                    </a:cubicBezTo>
                    <a:cubicBezTo>
                      <a:pt x="29244" y="57416"/>
                      <a:pt x="25149" y="53499"/>
                      <a:pt x="22508" y="48620"/>
                    </a:cubicBezTo>
                    <a:cubicBezTo>
                      <a:pt x="17878" y="40038"/>
                      <a:pt x="19502" y="29859"/>
                      <a:pt x="17459" y="20616"/>
                    </a:cubicBezTo>
                    <a:cubicBezTo>
                      <a:pt x="17334" y="20072"/>
                      <a:pt x="17200" y="19537"/>
                      <a:pt x="17058" y="19002"/>
                    </a:cubicBezTo>
                    <a:cubicBezTo>
                      <a:pt x="14747" y="10634"/>
                      <a:pt x="9261" y="1606"/>
                      <a:pt x="1" y="0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 flipH="1" rot="1626522">
                <a:off x="2673583" y="-2163828"/>
                <a:ext cx="8488855" cy="4058543"/>
              </a:xfrm>
              <a:custGeom>
                <a:rect b="b" l="l" r="r" t="t"/>
                <a:pathLst>
                  <a:path extrusionOk="0" fill="none" h="79647" w="107847">
                    <a:moveTo>
                      <a:pt x="107847" y="79647"/>
                    </a:moveTo>
                    <a:cubicBezTo>
                      <a:pt x="105501" y="78995"/>
                      <a:pt x="103404" y="77550"/>
                      <a:pt x="101281" y="76239"/>
                    </a:cubicBezTo>
                    <a:cubicBezTo>
                      <a:pt x="99310" y="75026"/>
                      <a:pt x="97293" y="73937"/>
                      <a:pt x="95215" y="72974"/>
                    </a:cubicBezTo>
                    <a:cubicBezTo>
                      <a:pt x="88131" y="69673"/>
                      <a:pt x="80477" y="67835"/>
                      <a:pt x="72618" y="66890"/>
                    </a:cubicBezTo>
                    <a:cubicBezTo>
                      <a:pt x="71610" y="66765"/>
                      <a:pt x="70602" y="66658"/>
                      <a:pt x="69585" y="66569"/>
                    </a:cubicBezTo>
                    <a:cubicBezTo>
                      <a:pt x="62858" y="65935"/>
                      <a:pt x="55766" y="66560"/>
                      <a:pt x="49173" y="65391"/>
                    </a:cubicBezTo>
                    <a:cubicBezTo>
                      <a:pt x="43803" y="64445"/>
                      <a:pt x="38093" y="62456"/>
                      <a:pt x="33303" y="59369"/>
                    </a:cubicBezTo>
                    <a:cubicBezTo>
                      <a:pt x="28530" y="56300"/>
                      <a:pt x="24774" y="52206"/>
                      <a:pt x="22276" y="47255"/>
                    </a:cubicBezTo>
                    <a:cubicBezTo>
                      <a:pt x="18003" y="38806"/>
                      <a:pt x="19395" y="28904"/>
                      <a:pt x="17289" y="19921"/>
                    </a:cubicBezTo>
                    <a:cubicBezTo>
                      <a:pt x="17165" y="19394"/>
                      <a:pt x="17022" y="18868"/>
                      <a:pt x="16870" y="18342"/>
                    </a:cubicBezTo>
                    <a:cubicBezTo>
                      <a:pt x="14506" y="10206"/>
                      <a:pt x="9038" y="1517"/>
                      <a:pt x="0" y="0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flipH="1" rot="1626522">
                <a:off x="2698774" y="-2207225"/>
                <a:ext cx="8307739" cy="4051256"/>
              </a:xfrm>
              <a:custGeom>
                <a:rect b="b" l="l" r="r" t="t"/>
                <a:pathLst>
                  <a:path extrusionOk="0" fill="none" h="79504" w="105546">
                    <a:moveTo>
                      <a:pt x="105545" y="79504"/>
                    </a:moveTo>
                    <a:cubicBezTo>
                      <a:pt x="103306" y="78772"/>
                      <a:pt x="101290" y="77309"/>
                      <a:pt x="99238" y="75980"/>
                    </a:cubicBezTo>
                    <a:cubicBezTo>
                      <a:pt x="97338" y="74749"/>
                      <a:pt x="95384" y="73634"/>
                      <a:pt x="93368" y="72644"/>
                    </a:cubicBezTo>
                    <a:cubicBezTo>
                      <a:pt x="86472" y="69280"/>
                      <a:pt x="78934" y="67434"/>
                      <a:pt x="71217" y="66461"/>
                    </a:cubicBezTo>
                    <a:cubicBezTo>
                      <a:pt x="70218" y="66337"/>
                      <a:pt x="69228" y="66221"/>
                      <a:pt x="68229" y="66122"/>
                    </a:cubicBezTo>
                    <a:cubicBezTo>
                      <a:pt x="61609" y="65471"/>
                      <a:pt x="54651" y="66006"/>
                      <a:pt x="48165" y="64793"/>
                    </a:cubicBezTo>
                    <a:cubicBezTo>
                      <a:pt x="42768" y="63785"/>
                      <a:pt x="37067" y="61680"/>
                      <a:pt x="32428" y="58415"/>
                    </a:cubicBezTo>
                    <a:cubicBezTo>
                      <a:pt x="27807" y="55176"/>
                      <a:pt x="24399" y="50903"/>
                      <a:pt x="22044" y="45899"/>
                    </a:cubicBezTo>
                    <a:cubicBezTo>
                      <a:pt x="18119" y="37584"/>
                      <a:pt x="19297" y="27958"/>
                      <a:pt x="17111" y="19216"/>
                    </a:cubicBezTo>
                    <a:cubicBezTo>
                      <a:pt x="16986" y="18707"/>
                      <a:pt x="16843" y="18199"/>
                      <a:pt x="16692" y="17690"/>
                    </a:cubicBezTo>
                    <a:cubicBezTo>
                      <a:pt x="14265" y="9777"/>
                      <a:pt x="8814" y="1436"/>
                      <a:pt x="0" y="0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flipH="1" rot="1626522">
                <a:off x="2724055" y="-2250779"/>
                <a:ext cx="8125835" cy="4044021"/>
              </a:xfrm>
              <a:custGeom>
                <a:rect b="b" l="l" r="r" t="t"/>
                <a:pathLst>
                  <a:path extrusionOk="0" fill="none" h="79362" w="103235">
                    <a:moveTo>
                      <a:pt x="103234" y="79361"/>
                    </a:moveTo>
                    <a:cubicBezTo>
                      <a:pt x="101102" y="78549"/>
                      <a:pt x="99166" y="77068"/>
                      <a:pt x="97186" y="75712"/>
                    </a:cubicBezTo>
                    <a:cubicBezTo>
                      <a:pt x="95357" y="74464"/>
                      <a:pt x="93466" y="73331"/>
                      <a:pt x="91503" y="72323"/>
                    </a:cubicBezTo>
                    <a:cubicBezTo>
                      <a:pt x="84804" y="68879"/>
                      <a:pt x="77381" y="67023"/>
                      <a:pt x="69798" y="66024"/>
                    </a:cubicBezTo>
                    <a:cubicBezTo>
                      <a:pt x="68817" y="65899"/>
                      <a:pt x="67845" y="65783"/>
                      <a:pt x="66863" y="65685"/>
                    </a:cubicBezTo>
                    <a:cubicBezTo>
                      <a:pt x="60351" y="65007"/>
                      <a:pt x="53517" y="65453"/>
                      <a:pt x="47148" y="64195"/>
                    </a:cubicBezTo>
                    <a:cubicBezTo>
                      <a:pt x="41715" y="63125"/>
                      <a:pt x="36032" y="60895"/>
                      <a:pt x="31545" y="57460"/>
                    </a:cubicBezTo>
                    <a:cubicBezTo>
                      <a:pt x="27084" y="54052"/>
                      <a:pt x="24016" y="49610"/>
                      <a:pt x="21794" y="44543"/>
                    </a:cubicBezTo>
                    <a:cubicBezTo>
                      <a:pt x="18217" y="36362"/>
                      <a:pt x="19180" y="27004"/>
                      <a:pt x="16932" y="18520"/>
                    </a:cubicBezTo>
                    <a:cubicBezTo>
                      <a:pt x="16798" y="18020"/>
                      <a:pt x="16656" y="17530"/>
                      <a:pt x="16504" y="17039"/>
                    </a:cubicBezTo>
                    <a:cubicBezTo>
                      <a:pt x="14015" y="9349"/>
                      <a:pt x="8582" y="1347"/>
                      <a:pt x="0" y="0"/>
                    </a:cubicBezTo>
                  </a:path>
                </a:pathLst>
              </a:custGeom>
              <a:noFill/>
              <a:ln cap="flat" cmpd="sng" w="28575">
                <a:solidFill>
                  <a:schemeClr val="lt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flipH="1" rot="1626522">
                <a:off x="2774360" y="-2338047"/>
                <a:ext cx="7763524" cy="4029447"/>
              </a:xfrm>
              <a:custGeom>
                <a:rect b="b" l="l" r="r" t="t"/>
                <a:pathLst>
                  <a:path extrusionOk="0" fill="none" h="79076" w="98632">
                    <a:moveTo>
                      <a:pt x="98632" y="79076"/>
                    </a:moveTo>
                    <a:cubicBezTo>
                      <a:pt x="96696" y="78112"/>
                      <a:pt x="94921" y="76596"/>
                      <a:pt x="93092" y="75195"/>
                    </a:cubicBezTo>
                    <a:cubicBezTo>
                      <a:pt x="91397" y="73902"/>
                      <a:pt x="89639" y="72724"/>
                      <a:pt x="87793" y="71671"/>
                    </a:cubicBezTo>
                    <a:cubicBezTo>
                      <a:pt x="81477" y="68103"/>
                      <a:pt x="74286" y="66212"/>
                      <a:pt x="66971" y="65177"/>
                    </a:cubicBezTo>
                    <a:cubicBezTo>
                      <a:pt x="66034" y="65043"/>
                      <a:pt x="65089" y="64918"/>
                      <a:pt x="64143" y="64811"/>
                    </a:cubicBezTo>
                    <a:cubicBezTo>
                      <a:pt x="57845" y="64080"/>
                      <a:pt x="51261" y="64356"/>
                      <a:pt x="45123" y="63009"/>
                    </a:cubicBezTo>
                    <a:cubicBezTo>
                      <a:pt x="39637" y="61805"/>
                      <a:pt x="33981" y="59334"/>
                      <a:pt x="29797" y="55560"/>
                    </a:cubicBezTo>
                    <a:cubicBezTo>
                      <a:pt x="25640" y="51813"/>
                      <a:pt x="23249" y="47049"/>
                      <a:pt x="21322" y="41831"/>
                    </a:cubicBezTo>
                    <a:cubicBezTo>
                      <a:pt x="18414" y="33953"/>
                      <a:pt x="18976" y="25104"/>
                      <a:pt x="16585" y="17128"/>
                    </a:cubicBezTo>
                    <a:cubicBezTo>
                      <a:pt x="16442" y="16664"/>
                      <a:pt x="16291" y="16201"/>
                      <a:pt x="16130" y="15746"/>
                    </a:cubicBezTo>
                    <a:cubicBezTo>
                      <a:pt x="13534" y="8502"/>
                      <a:pt x="8128" y="1195"/>
                      <a:pt x="1" y="0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flipH="1" rot="1626522">
                <a:off x="2824816" y="-2424874"/>
                <a:ext cx="7401212" cy="4014975"/>
              </a:xfrm>
              <a:custGeom>
                <a:rect b="b" l="l" r="r" t="t"/>
                <a:pathLst>
                  <a:path extrusionOk="0" fill="none" h="78792" w="94029">
                    <a:moveTo>
                      <a:pt x="94028" y="78791"/>
                    </a:moveTo>
                    <a:cubicBezTo>
                      <a:pt x="92298" y="77676"/>
                      <a:pt x="90692" y="76106"/>
                      <a:pt x="89015" y="74670"/>
                    </a:cubicBezTo>
                    <a:cubicBezTo>
                      <a:pt x="87454" y="73332"/>
                      <a:pt x="85821" y="72109"/>
                      <a:pt x="84081" y="71021"/>
                    </a:cubicBezTo>
                    <a:cubicBezTo>
                      <a:pt x="78158" y="67319"/>
                      <a:pt x="71199" y="65401"/>
                      <a:pt x="64152" y="64312"/>
                    </a:cubicBezTo>
                    <a:cubicBezTo>
                      <a:pt x="63251" y="64179"/>
                      <a:pt x="62341" y="64045"/>
                      <a:pt x="61422" y="63929"/>
                    </a:cubicBezTo>
                    <a:cubicBezTo>
                      <a:pt x="55347" y="63153"/>
                      <a:pt x="49022" y="63251"/>
                      <a:pt x="43107" y="61815"/>
                    </a:cubicBezTo>
                    <a:cubicBezTo>
                      <a:pt x="37558" y="60467"/>
                      <a:pt x="31929" y="57773"/>
                      <a:pt x="28057" y="53661"/>
                    </a:cubicBezTo>
                    <a:cubicBezTo>
                      <a:pt x="24203" y="49575"/>
                      <a:pt x="22473" y="44481"/>
                      <a:pt x="20858" y="39111"/>
                    </a:cubicBezTo>
                    <a:cubicBezTo>
                      <a:pt x="18574" y="31546"/>
                      <a:pt x="18770" y="23204"/>
                      <a:pt x="16237" y="15738"/>
                    </a:cubicBezTo>
                    <a:cubicBezTo>
                      <a:pt x="16094" y="15300"/>
                      <a:pt x="15934" y="14863"/>
                      <a:pt x="15764" y="14435"/>
                    </a:cubicBezTo>
                    <a:cubicBezTo>
                      <a:pt x="13052" y="7646"/>
                      <a:pt x="7682" y="1027"/>
                      <a:pt x="1" y="1"/>
                    </a:cubicBezTo>
                  </a:path>
                </a:pathLst>
              </a:custGeom>
              <a:noFill/>
              <a:ln cap="flat" cmpd="sng" w="28575">
                <a:solidFill>
                  <a:schemeClr val="lt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flipH="1" rot="1626522">
                <a:off x="2850325" y="-2468287"/>
                <a:ext cx="7219309" cy="4007230"/>
              </a:xfrm>
              <a:custGeom>
                <a:rect b="b" l="l" r="r" t="t"/>
                <a:pathLst>
                  <a:path extrusionOk="0" fill="none" h="78640" w="91718">
                    <a:moveTo>
                      <a:pt x="91718" y="78640"/>
                    </a:moveTo>
                    <a:cubicBezTo>
                      <a:pt x="90094" y="77453"/>
                      <a:pt x="88568" y="75865"/>
                      <a:pt x="86963" y="74402"/>
                    </a:cubicBezTo>
                    <a:cubicBezTo>
                      <a:pt x="85473" y="73046"/>
                      <a:pt x="83903" y="71797"/>
                      <a:pt x="82226" y="70691"/>
                    </a:cubicBezTo>
                    <a:cubicBezTo>
                      <a:pt x="76489" y="66926"/>
                      <a:pt x="69647" y="64990"/>
                      <a:pt x="62733" y="63884"/>
                    </a:cubicBezTo>
                    <a:cubicBezTo>
                      <a:pt x="61850" y="63741"/>
                      <a:pt x="60949" y="63608"/>
                      <a:pt x="60057" y="63492"/>
                    </a:cubicBezTo>
                    <a:cubicBezTo>
                      <a:pt x="54089" y="62689"/>
                      <a:pt x="47888" y="62689"/>
                      <a:pt x="42090" y="61217"/>
                    </a:cubicBezTo>
                    <a:cubicBezTo>
                      <a:pt x="36514" y="59798"/>
                      <a:pt x="30894" y="56988"/>
                      <a:pt x="27174" y="52706"/>
                    </a:cubicBezTo>
                    <a:cubicBezTo>
                      <a:pt x="23481" y="48451"/>
                      <a:pt x="22062" y="43205"/>
                      <a:pt x="20608" y="37746"/>
                    </a:cubicBezTo>
                    <a:cubicBezTo>
                      <a:pt x="18636" y="30350"/>
                      <a:pt x="18654" y="22250"/>
                      <a:pt x="16058" y="15033"/>
                    </a:cubicBezTo>
                    <a:cubicBezTo>
                      <a:pt x="15907" y="14614"/>
                      <a:pt x="15746" y="14194"/>
                      <a:pt x="15568" y="13784"/>
                    </a:cubicBezTo>
                    <a:cubicBezTo>
                      <a:pt x="12802" y="7218"/>
                      <a:pt x="7458" y="947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flipH="1" rot="1626522">
                <a:off x="2875590" y="-2511666"/>
                <a:ext cx="7038114" cy="3999943"/>
              </a:xfrm>
              <a:custGeom>
                <a:rect b="b" l="l" r="r" t="t"/>
                <a:pathLst>
                  <a:path extrusionOk="0" fill="none" h="78497" w="89416">
                    <a:moveTo>
                      <a:pt x="89416" y="78497"/>
                    </a:moveTo>
                    <a:cubicBezTo>
                      <a:pt x="87899" y="77230"/>
                      <a:pt x="86454" y="75624"/>
                      <a:pt x="84920" y="74134"/>
                    </a:cubicBezTo>
                    <a:cubicBezTo>
                      <a:pt x="83501" y="72761"/>
                      <a:pt x="81994" y="71494"/>
                      <a:pt x="80370" y="70361"/>
                    </a:cubicBezTo>
                    <a:cubicBezTo>
                      <a:pt x="74830" y="66534"/>
                      <a:pt x="68095" y="64580"/>
                      <a:pt x="61332" y="63456"/>
                    </a:cubicBezTo>
                    <a:cubicBezTo>
                      <a:pt x="60458" y="63304"/>
                      <a:pt x="59575" y="63171"/>
                      <a:pt x="58701" y="63046"/>
                    </a:cubicBezTo>
                    <a:cubicBezTo>
                      <a:pt x="52840" y="62216"/>
                      <a:pt x="46773" y="62127"/>
                      <a:pt x="41082" y="60619"/>
                    </a:cubicBezTo>
                    <a:cubicBezTo>
                      <a:pt x="35479" y="59129"/>
                      <a:pt x="29868" y="56203"/>
                      <a:pt x="26299" y="51752"/>
                    </a:cubicBezTo>
                    <a:cubicBezTo>
                      <a:pt x="22758" y="47327"/>
                      <a:pt x="21660" y="41921"/>
                      <a:pt x="20376" y="36390"/>
                    </a:cubicBezTo>
                    <a:cubicBezTo>
                      <a:pt x="18699" y="29155"/>
                      <a:pt x="18556" y="21295"/>
                      <a:pt x="15889" y="14337"/>
                    </a:cubicBezTo>
                    <a:cubicBezTo>
                      <a:pt x="15728" y="13936"/>
                      <a:pt x="15567" y="13525"/>
                      <a:pt x="15389" y="13133"/>
                    </a:cubicBezTo>
                    <a:cubicBezTo>
                      <a:pt x="12570" y="6790"/>
                      <a:pt x="7235" y="857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flipH="1" rot="1626522">
                <a:off x="2900997" y="-2555552"/>
                <a:ext cx="6856368" cy="3993166"/>
              </a:xfrm>
              <a:custGeom>
                <a:rect b="b" l="l" r="r" t="t"/>
                <a:pathLst>
                  <a:path extrusionOk="0" fill="none" h="78364" w="87107">
                    <a:moveTo>
                      <a:pt x="87106" y="78363"/>
                    </a:moveTo>
                    <a:cubicBezTo>
                      <a:pt x="85688" y="77016"/>
                      <a:pt x="84332" y="75392"/>
                      <a:pt x="82869" y="73885"/>
                    </a:cubicBezTo>
                    <a:cubicBezTo>
                      <a:pt x="81521" y="72484"/>
                      <a:pt x="80085" y="71191"/>
                      <a:pt x="78506" y="70049"/>
                    </a:cubicBezTo>
                    <a:cubicBezTo>
                      <a:pt x="73154" y="66150"/>
                      <a:pt x="66543" y="64179"/>
                      <a:pt x="59915" y="63028"/>
                    </a:cubicBezTo>
                    <a:cubicBezTo>
                      <a:pt x="59058" y="62885"/>
                      <a:pt x="58193" y="62742"/>
                      <a:pt x="57337" y="62617"/>
                    </a:cubicBezTo>
                    <a:cubicBezTo>
                      <a:pt x="51582" y="61761"/>
                      <a:pt x="45641" y="61574"/>
                      <a:pt x="40065" y="60030"/>
                    </a:cubicBezTo>
                    <a:cubicBezTo>
                      <a:pt x="34436" y="58469"/>
                      <a:pt x="28834" y="55436"/>
                      <a:pt x="25426" y="50806"/>
                    </a:cubicBezTo>
                    <a:cubicBezTo>
                      <a:pt x="22036" y="46221"/>
                      <a:pt x="21242" y="40654"/>
                      <a:pt x="20136" y="35034"/>
                    </a:cubicBezTo>
                    <a:cubicBezTo>
                      <a:pt x="18744" y="27977"/>
                      <a:pt x="18441" y="20350"/>
                      <a:pt x="15711" y="13650"/>
                    </a:cubicBezTo>
                    <a:cubicBezTo>
                      <a:pt x="15550" y="13258"/>
                      <a:pt x="15381" y="12865"/>
                      <a:pt x="15202" y="12481"/>
                    </a:cubicBezTo>
                    <a:cubicBezTo>
                      <a:pt x="12321" y="6371"/>
                      <a:pt x="7004" y="786"/>
                      <a:pt x="1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 flipH="1" rot="1626522">
                <a:off x="2951732" y="-2642184"/>
                <a:ext cx="6493978" cy="3978134"/>
              </a:xfrm>
              <a:custGeom>
                <a:rect b="b" l="l" r="r" t="t"/>
                <a:pathLst>
                  <a:path extrusionOk="0" fill="none" h="78069" w="82503">
                    <a:moveTo>
                      <a:pt x="82503" y="78069"/>
                    </a:moveTo>
                    <a:cubicBezTo>
                      <a:pt x="81298" y="76570"/>
                      <a:pt x="80094" y="74902"/>
                      <a:pt x="78782" y="73349"/>
                    </a:cubicBezTo>
                    <a:cubicBezTo>
                      <a:pt x="77578" y="71922"/>
                      <a:pt x="76267" y="70575"/>
                      <a:pt x="74804" y="69388"/>
                    </a:cubicBezTo>
                    <a:cubicBezTo>
                      <a:pt x="69835" y="65365"/>
                      <a:pt x="63456" y="63367"/>
                      <a:pt x="57095" y="62171"/>
                    </a:cubicBezTo>
                    <a:cubicBezTo>
                      <a:pt x="56275" y="62011"/>
                      <a:pt x="55445" y="61868"/>
                      <a:pt x="54615" y="61734"/>
                    </a:cubicBezTo>
                    <a:cubicBezTo>
                      <a:pt x="49084" y="60833"/>
                      <a:pt x="43402" y="60450"/>
                      <a:pt x="38058" y="58835"/>
                    </a:cubicBezTo>
                    <a:cubicBezTo>
                      <a:pt x="32366" y="57122"/>
                      <a:pt x="26782" y="53866"/>
                      <a:pt x="23677" y="48897"/>
                    </a:cubicBezTo>
                    <a:cubicBezTo>
                      <a:pt x="20599" y="43973"/>
                      <a:pt x="20394" y="38103"/>
                      <a:pt x="19672" y="32313"/>
                    </a:cubicBezTo>
                    <a:cubicBezTo>
                      <a:pt x="18824" y="25586"/>
                      <a:pt x="18235" y="18450"/>
                      <a:pt x="15363" y="12249"/>
                    </a:cubicBezTo>
                    <a:cubicBezTo>
                      <a:pt x="15193" y="11893"/>
                      <a:pt x="15024" y="11536"/>
                      <a:pt x="14836" y="11179"/>
                    </a:cubicBezTo>
                    <a:cubicBezTo>
                      <a:pt x="11839" y="5514"/>
                      <a:pt x="6558" y="616"/>
                      <a:pt x="1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flipH="1" rot="1626522">
                <a:off x="2977036" y="-2685724"/>
                <a:ext cx="6312074" cy="3970847"/>
              </a:xfrm>
              <a:custGeom>
                <a:rect b="b" l="l" r="r" t="t"/>
                <a:pathLst>
                  <a:path extrusionOk="0" fill="none" h="77926" w="80192">
                    <a:moveTo>
                      <a:pt x="80192" y="77926"/>
                    </a:moveTo>
                    <a:cubicBezTo>
                      <a:pt x="79086" y="76347"/>
                      <a:pt x="77970" y="74661"/>
                      <a:pt x="76739" y="73091"/>
                    </a:cubicBezTo>
                    <a:cubicBezTo>
                      <a:pt x="75597" y="71637"/>
                      <a:pt x="74348" y="70272"/>
                      <a:pt x="72939" y="69067"/>
                    </a:cubicBezTo>
                    <a:cubicBezTo>
                      <a:pt x="68166" y="64973"/>
                      <a:pt x="61904" y="62956"/>
                      <a:pt x="55677" y="61743"/>
                    </a:cubicBezTo>
                    <a:cubicBezTo>
                      <a:pt x="54874" y="61583"/>
                      <a:pt x="54062" y="61431"/>
                      <a:pt x="53250" y="61297"/>
                    </a:cubicBezTo>
                    <a:cubicBezTo>
                      <a:pt x="47826" y="60360"/>
                      <a:pt x="42277" y="59879"/>
                      <a:pt x="37041" y="58237"/>
                    </a:cubicBezTo>
                    <a:cubicBezTo>
                      <a:pt x="31322" y="56444"/>
                      <a:pt x="25747" y="53081"/>
                      <a:pt x="22794" y="47942"/>
                    </a:cubicBezTo>
                    <a:cubicBezTo>
                      <a:pt x="19868" y="42848"/>
                      <a:pt x="19948" y="36827"/>
                      <a:pt x="19422" y="30957"/>
                    </a:cubicBezTo>
                    <a:cubicBezTo>
                      <a:pt x="18842" y="24391"/>
                      <a:pt x="18128" y="17495"/>
                      <a:pt x="15184" y="11554"/>
                    </a:cubicBezTo>
                    <a:cubicBezTo>
                      <a:pt x="15015" y="11206"/>
                      <a:pt x="14827" y="10867"/>
                      <a:pt x="14640" y="10528"/>
                    </a:cubicBezTo>
                    <a:cubicBezTo>
                      <a:pt x="11589" y="5086"/>
                      <a:pt x="6326" y="536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flipH="1" rot="1626522">
                <a:off x="3002278" y="-2729117"/>
                <a:ext cx="6130879" cy="3963611"/>
              </a:xfrm>
              <a:custGeom>
                <a:rect b="b" l="l" r="r" t="t"/>
                <a:pathLst>
                  <a:path extrusionOk="0" fill="none" h="77784" w="77890">
                    <a:moveTo>
                      <a:pt x="77890" y="77783"/>
                    </a:moveTo>
                    <a:cubicBezTo>
                      <a:pt x="76891" y="76124"/>
                      <a:pt x="75856" y="74420"/>
                      <a:pt x="74696" y="72823"/>
                    </a:cubicBezTo>
                    <a:cubicBezTo>
                      <a:pt x="73626" y="71351"/>
                      <a:pt x="72439" y="69968"/>
                      <a:pt x="71083" y="68737"/>
                    </a:cubicBezTo>
                    <a:cubicBezTo>
                      <a:pt x="66507" y="64580"/>
                      <a:pt x="60360" y="62546"/>
                      <a:pt x="54267" y="61306"/>
                    </a:cubicBezTo>
                    <a:cubicBezTo>
                      <a:pt x="53482" y="61145"/>
                      <a:pt x="52688" y="60994"/>
                      <a:pt x="51894" y="60851"/>
                    </a:cubicBezTo>
                    <a:cubicBezTo>
                      <a:pt x="46577" y="59896"/>
                      <a:pt x="41153" y="59308"/>
                      <a:pt x="36032" y="57639"/>
                    </a:cubicBezTo>
                    <a:cubicBezTo>
                      <a:pt x="30287" y="55766"/>
                      <a:pt x="24730" y="52305"/>
                      <a:pt x="21928" y="46988"/>
                    </a:cubicBezTo>
                    <a:cubicBezTo>
                      <a:pt x="19154" y="41724"/>
                      <a:pt x="19502" y="35551"/>
                      <a:pt x="19190" y="29592"/>
                    </a:cubicBezTo>
                    <a:cubicBezTo>
                      <a:pt x="18859" y="23195"/>
                      <a:pt x="18021" y="16540"/>
                      <a:pt x="15014" y="10858"/>
                    </a:cubicBezTo>
                    <a:cubicBezTo>
                      <a:pt x="14836" y="10519"/>
                      <a:pt x="14649" y="10198"/>
                      <a:pt x="14461" y="9868"/>
                    </a:cubicBezTo>
                    <a:cubicBezTo>
                      <a:pt x="11348" y="4658"/>
                      <a:pt x="6102" y="447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" name="Google Shape;24;p2"/>
            <p:cNvSpPr/>
            <p:nvPr/>
          </p:nvSpPr>
          <p:spPr>
            <a:xfrm flipH="1" rot="1626522">
              <a:off x="3027918" y="-2772880"/>
              <a:ext cx="5949054" cy="3956324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 flipH="1">
            <a:off x="7370094" y="-406064"/>
            <a:ext cx="3021607" cy="3684906"/>
            <a:chOff x="-905700" y="-825164"/>
            <a:chExt cx="3021607" cy="3684906"/>
          </a:xfrm>
        </p:grpSpPr>
        <p:sp>
          <p:nvSpPr>
            <p:cNvPr id="26" name="Google Shape;26;p2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" name="Google Shape;37;p2"/>
          <p:cNvGrpSpPr/>
          <p:nvPr/>
        </p:nvGrpSpPr>
        <p:grpSpPr>
          <a:xfrm rot="456924">
            <a:off x="-2184636" y="1694432"/>
            <a:ext cx="13080739" cy="6132081"/>
            <a:chOff x="-646164" y="1578382"/>
            <a:chExt cx="11382114" cy="6131978"/>
          </a:xfrm>
        </p:grpSpPr>
        <p:sp>
          <p:nvSpPr>
            <p:cNvPr id="38" name="Google Shape;38;p2"/>
            <p:cNvSpPr/>
            <p:nvPr/>
          </p:nvSpPr>
          <p:spPr>
            <a:xfrm flipH="1" rot="832380">
              <a:off x="794617" y="1982448"/>
              <a:ext cx="8500553" cy="4596135"/>
            </a:xfrm>
            <a:custGeom>
              <a:rect b="b" l="l" r="r" t="t"/>
              <a:pathLst>
                <a:path extrusionOk="0" fill="none" h="80121" w="96482">
                  <a:moveTo>
                    <a:pt x="1" y="2410"/>
                  </a:moveTo>
                  <a:cubicBezTo>
                    <a:pt x="8601" y="1"/>
                    <a:pt x="18093" y="3195"/>
                    <a:pt x="24819" y="9065"/>
                  </a:cubicBezTo>
                  <a:cubicBezTo>
                    <a:pt x="33303" y="16469"/>
                    <a:pt x="36345" y="26550"/>
                    <a:pt x="40600" y="36550"/>
                  </a:cubicBezTo>
                  <a:cubicBezTo>
                    <a:pt x="42929" y="42010"/>
                    <a:pt x="46372" y="46952"/>
                    <a:pt x="51582" y="49985"/>
                  </a:cubicBezTo>
                  <a:cubicBezTo>
                    <a:pt x="57149" y="53232"/>
                    <a:pt x="64143" y="53366"/>
                    <a:pt x="70352" y="54294"/>
                  </a:cubicBezTo>
                  <a:cubicBezTo>
                    <a:pt x="76686" y="55240"/>
                    <a:pt x="82253" y="58853"/>
                    <a:pt x="86553" y="63492"/>
                  </a:cubicBezTo>
                  <a:cubicBezTo>
                    <a:pt x="90969" y="68246"/>
                    <a:pt x="94064" y="74090"/>
                    <a:pt x="96482" y="8012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flipH="1" rot="832380">
              <a:off x="1040572" y="2023963"/>
              <a:ext cx="8240378" cy="4605829"/>
            </a:xfrm>
            <a:custGeom>
              <a:rect b="b" l="l" r="r" t="t"/>
              <a:pathLst>
                <a:path extrusionOk="0" fill="none" h="80290" w="93529">
                  <a:moveTo>
                    <a:pt x="0" y="2374"/>
                  </a:moveTo>
                  <a:cubicBezTo>
                    <a:pt x="8475" y="1"/>
                    <a:pt x="17806" y="3239"/>
                    <a:pt x="24381" y="9038"/>
                  </a:cubicBezTo>
                  <a:cubicBezTo>
                    <a:pt x="32705" y="16371"/>
                    <a:pt x="35720" y="26157"/>
                    <a:pt x="39556" y="36095"/>
                  </a:cubicBezTo>
                  <a:cubicBezTo>
                    <a:pt x="41849" y="42018"/>
                    <a:pt x="45239" y="47594"/>
                    <a:pt x="50752" y="50966"/>
                  </a:cubicBezTo>
                  <a:cubicBezTo>
                    <a:pt x="56051" y="54205"/>
                    <a:pt x="62786" y="54374"/>
                    <a:pt x="68719" y="55373"/>
                  </a:cubicBezTo>
                  <a:cubicBezTo>
                    <a:pt x="74803" y="56426"/>
                    <a:pt x="80120" y="60021"/>
                    <a:pt x="84259" y="64553"/>
                  </a:cubicBezTo>
                  <a:cubicBezTo>
                    <a:pt x="88399" y="69085"/>
                    <a:pt x="91316" y="74643"/>
                    <a:pt x="93528" y="8029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flipH="1" rot="832380">
              <a:off x="1534150" y="2107164"/>
              <a:ext cx="7718532" cy="4625276"/>
            </a:xfrm>
            <a:custGeom>
              <a:rect b="b" l="l" r="r" t="t"/>
              <a:pathLst>
                <a:path extrusionOk="0" fill="none" h="80629" w="87606">
                  <a:moveTo>
                    <a:pt x="1" y="2312"/>
                  </a:moveTo>
                  <a:cubicBezTo>
                    <a:pt x="8235" y="1"/>
                    <a:pt x="17227" y="3320"/>
                    <a:pt x="23517" y="8984"/>
                  </a:cubicBezTo>
                  <a:cubicBezTo>
                    <a:pt x="31501" y="16175"/>
                    <a:pt x="34365" y="25426"/>
                    <a:pt x="37478" y="35203"/>
                  </a:cubicBezTo>
                  <a:cubicBezTo>
                    <a:pt x="39664" y="42063"/>
                    <a:pt x="42982" y="48852"/>
                    <a:pt x="49093" y="52911"/>
                  </a:cubicBezTo>
                  <a:cubicBezTo>
                    <a:pt x="53884" y="56087"/>
                    <a:pt x="60084" y="56355"/>
                    <a:pt x="65463" y="57541"/>
                  </a:cubicBezTo>
                  <a:cubicBezTo>
                    <a:pt x="71048" y="58772"/>
                    <a:pt x="75847" y="62359"/>
                    <a:pt x="79657" y="66676"/>
                  </a:cubicBezTo>
                  <a:cubicBezTo>
                    <a:pt x="83270" y="70762"/>
                    <a:pt x="85830" y="75758"/>
                    <a:pt x="87605" y="80629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flipH="1" rot="832380">
              <a:off x="1780172" y="2148692"/>
              <a:ext cx="7458358" cy="4635028"/>
            </a:xfrm>
            <a:custGeom>
              <a:rect b="b" l="l" r="r" t="t"/>
              <a:pathLst>
                <a:path extrusionOk="0" fill="none" h="80799" w="84653">
                  <a:moveTo>
                    <a:pt x="1" y="2284"/>
                  </a:moveTo>
                  <a:cubicBezTo>
                    <a:pt x="8119" y="1"/>
                    <a:pt x="16933" y="3364"/>
                    <a:pt x="23089" y="8957"/>
                  </a:cubicBezTo>
                  <a:cubicBezTo>
                    <a:pt x="30903" y="16076"/>
                    <a:pt x="33642" y="25087"/>
                    <a:pt x="36435" y="34757"/>
                  </a:cubicBezTo>
                  <a:cubicBezTo>
                    <a:pt x="38558" y="42090"/>
                    <a:pt x="41850" y="49477"/>
                    <a:pt x="48264" y="53883"/>
                  </a:cubicBezTo>
                  <a:cubicBezTo>
                    <a:pt x="52814" y="57015"/>
                    <a:pt x="58728" y="57354"/>
                    <a:pt x="63840" y="58621"/>
                  </a:cubicBezTo>
                  <a:cubicBezTo>
                    <a:pt x="69175" y="59950"/>
                    <a:pt x="73707" y="63527"/>
                    <a:pt x="77364" y="67738"/>
                  </a:cubicBezTo>
                  <a:cubicBezTo>
                    <a:pt x="80710" y="71592"/>
                    <a:pt x="83083" y="76311"/>
                    <a:pt x="84653" y="80798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flipH="1" rot="832380">
              <a:off x="2272950" y="2231837"/>
              <a:ext cx="6937216" cy="4654417"/>
            </a:xfrm>
            <a:custGeom>
              <a:rect b="b" l="l" r="r" t="t"/>
              <a:pathLst>
                <a:path extrusionOk="0" fill="none" h="81137" w="78738">
                  <a:moveTo>
                    <a:pt x="1" y="2213"/>
                  </a:moveTo>
                  <a:cubicBezTo>
                    <a:pt x="7878" y="0"/>
                    <a:pt x="16353" y="3444"/>
                    <a:pt x="22214" y="8903"/>
                  </a:cubicBezTo>
                  <a:cubicBezTo>
                    <a:pt x="29708" y="15879"/>
                    <a:pt x="32134" y="24426"/>
                    <a:pt x="34356" y="33864"/>
                  </a:cubicBezTo>
                  <a:cubicBezTo>
                    <a:pt x="36309" y="42170"/>
                    <a:pt x="39610" y="50698"/>
                    <a:pt x="46604" y="55828"/>
                  </a:cubicBezTo>
                  <a:cubicBezTo>
                    <a:pt x="50681" y="58825"/>
                    <a:pt x="56025" y="59343"/>
                    <a:pt x="60583" y="60788"/>
                  </a:cubicBezTo>
                  <a:cubicBezTo>
                    <a:pt x="65419" y="62313"/>
                    <a:pt x="69433" y="65864"/>
                    <a:pt x="72770" y="69860"/>
                  </a:cubicBezTo>
                  <a:cubicBezTo>
                    <a:pt x="75589" y="73259"/>
                    <a:pt x="77596" y="77416"/>
                    <a:pt x="78738" y="81137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flipH="1" rot="832380">
              <a:off x="2519881" y="2272960"/>
              <a:ext cx="6676337" cy="4664686"/>
            </a:xfrm>
            <a:custGeom>
              <a:rect b="b" l="l" r="r" t="t"/>
              <a:pathLst>
                <a:path extrusionOk="0" fill="none" h="81316" w="75777">
                  <a:moveTo>
                    <a:pt x="1" y="2195"/>
                  </a:moveTo>
                  <a:cubicBezTo>
                    <a:pt x="7762" y="1"/>
                    <a:pt x="16068" y="3489"/>
                    <a:pt x="21786" y="8886"/>
                  </a:cubicBezTo>
                  <a:cubicBezTo>
                    <a:pt x="29101" y="15791"/>
                    <a:pt x="31358" y="24114"/>
                    <a:pt x="33312" y="33419"/>
                  </a:cubicBezTo>
                  <a:cubicBezTo>
                    <a:pt x="35168" y="42224"/>
                    <a:pt x="38495" y="51306"/>
                    <a:pt x="45775" y="56810"/>
                  </a:cubicBezTo>
                  <a:cubicBezTo>
                    <a:pt x="49629" y="59727"/>
                    <a:pt x="54678" y="60360"/>
                    <a:pt x="58960" y="61877"/>
                  </a:cubicBezTo>
                  <a:cubicBezTo>
                    <a:pt x="63537" y="63509"/>
                    <a:pt x="67301" y="67033"/>
                    <a:pt x="70468" y="70941"/>
                  </a:cubicBezTo>
                  <a:cubicBezTo>
                    <a:pt x="73029" y="74090"/>
                    <a:pt x="74849" y="77979"/>
                    <a:pt x="75776" y="81316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 flipH="1" rot="832380">
              <a:off x="3012652" y="2356003"/>
              <a:ext cx="6154403" cy="4684132"/>
            </a:xfrm>
            <a:custGeom>
              <a:rect b="b" l="l" r="r" t="t"/>
              <a:pathLst>
                <a:path extrusionOk="0" fill="none" h="81655" w="69853">
                  <a:moveTo>
                    <a:pt x="0" y="2132"/>
                  </a:moveTo>
                  <a:cubicBezTo>
                    <a:pt x="7512" y="0"/>
                    <a:pt x="15479" y="3578"/>
                    <a:pt x="20911" y="8823"/>
                  </a:cubicBezTo>
                  <a:cubicBezTo>
                    <a:pt x="27897" y="15594"/>
                    <a:pt x="29743" y="23471"/>
                    <a:pt x="31224" y="32526"/>
                  </a:cubicBezTo>
                  <a:cubicBezTo>
                    <a:pt x="32830" y="42330"/>
                    <a:pt x="36273" y="52474"/>
                    <a:pt x="44106" y="58763"/>
                  </a:cubicBezTo>
                  <a:cubicBezTo>
                    <a:pt x="47523" y="61502"/>
                    <a:pt x="51966" y="62367"/>
                    <a:pt x="55695" y="64044"/>
                  </a:cubicBezTo>
                  <a:cubicBezTo>
                    <a:pt x="59780" y="65882"/>
                    <a:pt x="63019" y="69352"/>
                    <a:pt x="65865" y="73063"/>
                  </a:cubicBezTo>
                  <a:cubicBezTo>
                    <a:pt x="67916" y="75740"/>
                    <a:pt x="69344" y="79085"/>
                    <a:pt x="69852" y="81654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flipH="1" rot="832380">
              <a:off x="3259474" y="2397633"/>
              <a:ext cx="5893436" cy="4693827"/>
            </a:xfrm>
            <a:custGeom>
              <a:rect b="b" l="l" r="r" t="t"/>
              <a:pathLst>
                <a:path extrusionOk="0" fill="none" h="81824" w="66891">
                  <a:moveTo>
                    <a:pt x="1" y="2096"/>
                  </a:moveTo>
                  <a:cubicBezTo>
                    <a:pt x="7387" y="0"/>
                    <a:pt x="15184" y="3613"/>
                    <a:pt x="20475" y="8796"/>
                  </a:cubicBezTo>
                  <a:cubicBezTo>
                    <a:pt x="27290" y="15496"/>
                    <a:pt x="28923" y="23159"/>
                    <a:pt x="30190" y="32080"/>
                  </a:cubicBezTo>
                  <a:cubicBezTo>
                    <a:pt x="31644" y="42384"/>
                    <a:pt x="35185" y="53035"/>
                    <a:pt x="43277" y="59735"/>
                  </a:cubicBezTo>
                  <a:cubicBezTo>
                    <a:pt x="46479" y="62385"/>
                    <a:pt x="50610" y="63375"/>
                    <a:pt x="54062" y="65123"/>
                  </a:cubicBezTo>
                  <a:cubicBezTo>
                    <a:pt x="57898" y="67068"/>
                    <a:pt x="60896" y="70512"/>
                    <a:pt x="63563" y="74125"/>
                  </a:cubicBezTo>
                  <a:cubicBezTo>
                    <a:pt x="65365" y="76560"/>
                    <a:pt x="66605" y="79638"/>
                    <a:pt x="66891" y="81823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flipH="1" rot="832380">
              <a:off x="3505449" y="2520751"/>
              <a:ext cx="5633261" cy="4703579"/>
            </a:xfrm>
            <a:custGeom>
              <a:rect b="b" l="l" r="r" t="t"/>
              <a:pathLst>
                <a:path extrusionOk="0" fill="none" h="81994" w="63938">
                  <a:moveTo>
                    <a:pt x="0" y="2061"/>
                  </a:moveTo>
                  <a:cubicBezTo>
                    <a:pt x="7271" y="1"/>
                    <a:pt x="14898" y="3658"/>
                    <a:pt x="20046" y="8770"/>
                  </a:cubicBezTo>
                  <a:cubicBezTo>
                    <a:pt x="26692" y="15398"/>
                    <a:pt x="28092" y="22838"/>
                    <a:pt x="29145" y="31635"/>
                  </a:cubicBezTo>
                  <a:cubicBezTo>
                    <a:pt x="30439" y="42438"/>
                    <a:pt x="34105" y="53589"/>
                    <a:pt x="42446" y="60708"/>
                  </a:cubicBezTo>
                  <a:cubicBezTo>
                    <a:pt x="45435" y="63260"/>
                    <a:pt x="49253" y="64384"/>
                    <a:pt x="52438" y="66203"/>
                  </a:cubicBezTo>
                  <a:cubicBezTo>
                    <a:pt x="56024" y="68255"/>
                    <a:pt x="58763" y="71672"/>
                    <a:pt x="61270" y="75187"/>
                  </a:cubicBezTo>
                  <a:cubicBezTo>
                    <a:pt x="62822" y="77373"/>
                    <a:pt x="63857" y="80192"/>
                    <a:pt x="63937" y="81994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 flipH="1" rot="832380">
              <a:off x="3968794" y="2600326"/>
              <a:ext cx="5142076" cy="4722968"/>
            </a:xfrm>
            <a:custGeom>
              <a:rect b="b" l="l" r="r" t="t"/>
              <a:pathLst>
                <a:path extrusionOk="0" fill="none" h="82332" w="58363">
                  <a:moveTo>
                    <a:pt x="1" y="1998"/>
                  </a:moveTo>
                  <a:cubicBezTo>
                    <a:pt x="7031" y="0"/>
                    <a:pt x="14319" y="3738"/>
                    <a:pt x="19172" y="8716"/>
                  </a:cubicBezTo>
                  <a:cubicBezTo>
                    <a:pt x="25497" y="15202"/>
                    <a:pt x="26407" y="22204"/>
                    <a:pt x="27067" y="30733"/>
                  </a:cubicBezTo>
                  <a:cubicBezTo>
                    <a:pt x="27968" y="42544"/>
                    <a:pt x="32001" y="54641"/>
                    <a:pt x="40788" y="62652"/>
                  </a:cubicBezTo>
                  <a:cubicBezTo>
                    <a:pt x="43366" y="65007"/>
                    <a:pt x="46542" y="66408"/>
                    <a:pt x="49182" y="68371"/>
                  </a:cubicBezTo>
                  <a:cubicBezTo>
                    <a:pt x="52260" y="70654"/>
                    <a:pt x="54526" y="73964"/>
                    <a:pt x="56667" y="77309"/>
                  </a:cubicBezTo>
                  <a:cubicBezTo>
                    <a:pt x="57747" y="78996"/>
                    <a:pt x="58362" y="81306"/>
                    <a:pt x="58023" y="823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 flipH="1" rot="832380">
              <a:off x="4424414" y="2678893"/>
              <a:ext cx="4658643" cy="4742472"/>
            </a:xfrm>
            <a:custGeom>
              <a:rect b="b" l="l" r="r" t="t"/>
              <a:pathLst>
                <a:path extrusionOk="0" fill="none" h="82672" w="52876">
                  <a:moveTo>
                    <a:pt x="0" y="1936"/>
                  </a:moveTo>
                  <a:cubicBezTo>
                    <a:pt x="6789" y="1"/>
                    <a:pt x="13739" y="3819"/>
                    <a:pt x="18306" y="8663"/>
                  </a:cubicBezTo>
                  <a:cubicBezTo>
                    <a:pt x="24292" y="15015"/>
                    <a:pt x="24694" y="21554"/>
                    <a:pt x="24979" y="29841"/>
                  </a:cubicBezTo>
                  <a:cubicBezTo>
                    <a:pt x="25425" y="42643"/>
                    <a:pt x="29975" y="55614"/>
                    <a:pt x="39128" y="64606"/>
                  </a:cubicBezTo>
                  <a:cubicBezTo>
                    <a:pt x="41305" y="66747"/>
                    <a:pt x="43821" y="68442"/>
                    <a:pt x="45926" y="70539"/>
                  </a:cubicBezTo>
                  <a:cubicBezTo>
                    <a:pt x="48477" y="73055"/>
                    <a:pt x="50360" y="76222"/>
                    <a:pt x="52073" y="79442"/>
                  </a:cubicBezTo>
                  <a:cubicBezTo>
                    <a:pt x="52697" y="80602"/>
                    <a:pt x="52875" y="82413"/>
                    <a:pt x="52108" y="8267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 flipH="1" rot="832380">
              <a:off x="4645527" y="2880040"/>
              <a:ext cx="4421288" cy="4759338"/>
            </a:xfrm>
            <a:custGeom>
              <a:rect b="b" l="l" r="r" t="t"/>
              <a:pathLst>
                <a:path extrusionOk="0" fill="none" h="82966" w="50182">
                  <a:moveTo>
                    <a:pt x="1" y="1909"/>
                  </a:moveTo>
                  <a:cubicBezTo>
                    <a:pt x="6674" y="0"/>
                    <a:pt x="13454" y="3863"/>
                    <a:pt x="17878" y="8636"/>
                  </a:cubicBezTo>
                  <a:cubicBezTo>
                    <a:pt x="23695" y="14916"/>
                    <a:pt x="23829" y="21223"/>
                    <a:pt x="23945" y="29395"/>
                  </a:cubicBezTo>
                  <a:cubicBezTo>
                    <a:pt x="24123" y="42687"/>
                    <a:pt x="29021" y="56060"/>
                    <a:pt x="38299" y="65579"/>
                  </a:cubicBezTo>
                  <a:cubicBezTo>
                    <a:pt x="40279" y="67612"/>
                    <a:pt x="42447" y="69468"/>
                    <a:pt x="44303" y="71618"/>
                  </a:cubicBezTo>
                  <a:cubicBezTo>
                    <a:pt x="46577" y="74259"/>
                    <a:pt x="48344" y="77319"/>
                    <a:pt x="49780" y="80503"/>
                  </a:cubicBezTo>
                  <a:cubicBezTo>
                    <a:pt x="50182" y="81404"/>
                    <a:pt x="50128" y="82966"/>
                    <a:pt x="49147" y="8284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flipH="1" rot="832380">
              <a:off x="4664577" y="3057840"/>
              <a:ext cx="4421288" cy="4759338"/>
            </a:xfrm>
            <a:custGeom>
              <a:rect b="b" l="l" r="r" t="t"/>
              <a:pathLst>
                <a:path extrusionOk="0" fill="none" h="82966" w="50182">
                  <a:moveTo>
                    <a:pt x="1" y="1909"/>
                  </a:moveTo>
                  <a:cubicBezTo>
                    <a:pt x="6674" y="0"/>
                    <a:pt x="13454" y="3863"/>
                    <a:pt x="17878" y="8636"/>
                  </a:cubicBezTo>
                  <a:cubicBezTo>
                    <a:pt x="23695" y="14916"/>
                    <a:pt x="23829" y="21223"/>
                    <a:pt x="23945" y="29395"/>
                  </a:cubicBezTo>
                  <a:cubicBezTo>
                    <a:pt x="24123" y="42687"/>
                    <a:pt x="29021" y="56060"/>
                    <a:pt x="38299" y="65579"/>
                  </a:cubicBezTo>
                  <a:cubicBezTo>
                    <a:pt x="40279" y="67612"/>
                    <a:pt x="42447" y="69468"/>
                    <a:pt x="44303" y="71618"/>
                  </a:cubicBezTo>
                  <a:cubicBezTo>
                    <a:pt x="46577" y="74259"/>
                    <a:pt x="48344" y="77319"/>
                    <a:pt x="49780" y="80503"/>
                  </a:cubicBezTo>
                  <a:cubicBezTo>
                    <a:pt x="50182" y="81404"/>
                    <a:pt x="50128" y="82966"/>
                    <a:pt x="49147" y="8284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" name="Google Shape;51;p2"/>
          <p:cNvSpPr txBox="1"/>
          <p:nvPr>
            <p:ph idx="1" type="subTitle"/>
          </p:nvPr>
        </p:nvSpPr>
        <p:spPr>
          <a:xfrm>
            <a:off x="1200150" y="3450500"/>
            <a:ext cx="67437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2" name="Google Shape;52;p2"/>
          <p:cNvSpPr txBox="1"/>
          <p:nvPr>
            <p:ph type="ctrTitle"/>
          </p:nvPr>
        </p:nvSpPr>
        <p:spPr>
          <a:xfrm>
            <a:off x="1200150" y="1058625"/>
            <a:ext cx="6743700" cy="22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>
            <p:ph type="title"/>
          </p:nvPr>
        </p:nvSpPr>
        <p:spPr>
          <a:xfrm>
            <a:off x="3128525" y="2404938"/>
            <a:ext cx="4360800" cy="933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5" name="Google Shape;55;p3"/>
          <p:cNvSpPr txBox="1"/>
          <p:nvPr>
            <p:ph idx="1" type="subTitle"/>
          </p:nvPr>
        </p:nvSpPr>
        <p:spPr>
          <a:xfrm>
            <a:off x="3128525" y="3448075"/>
            <a:ext cx="4360800" cy="40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" name="Google Shape;56;p3"/>
          <p:cNvSpPr txBox="1"/>
          <p:nvPr>
            <p:ph hasCustomPrompt="1" idx="2" type="title"/>
          </p:nvPr>
        </p:nvSpPr>
        <p:spPr>
          <a:xfrm>
            <a:off x="3128525" y="1285600"/>
            <a:ext cx="1436100" cy="1009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Poppins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57" name="Google Shape;57;p3"/>
          <p:cNvGrpSpPr/>
          <p:nvPr/>
        </p:nvGrpSpPr>
        <p:grpSpPr>
          <a:xfrm rot="3826696">
            <a:off x="6017414" y="1181319"/>
            <a:ext cx="5142967" cy="7161467"/>
            <a:chOff x="6493610" y="-1475440"/>
            <a:chExt cx="5142341" cy="7160595"/>
          </a:xfrm>
        </p:grpSpPr>
        <p:sp>
          <p:nvSpPr>
            <p:cNvPr id="58" name="Google Shape;58;p3"/>
            <p:cNvSpPr/>
            <p:nvPr/>
          </p:nvSpPr>
          <p:spPr>
            <a:xfrm rot="-749066">
              <a:off x="6788260" y="-988649"/>
              <a:ext cx="4627180" cy="5688244"/>
            </a:xfrm>
            <a:custGeom>
              <a:rect b="b" l="l" r="r" t="t"/>
              <a:pathLst>
                <a:path extrusionOk="0" fill="none" h="80121" w="96482">
                  <a:moveTo>
                    <a:pt x="1" y="2410"/>
                  </a:moveTo>
                  <a:cubicBezTo>
                    <a:pt x="8601" y="1"/>
                    <a:pt x="18093" y="3195"/>
                    <a:pt x="24819" y="9065"/>
                  </a:cubicBezTo>
                  <a:cubicBezTo>
                    <a:pt x="33303" y="16469"/>
                    <a:pt x="36345" y="26550"/>
                    <a:pt x="40600" y="36550"/>
                  </a:cubicBezTo>
                  <a:cubicBezTo>
                    <a:pt x="42929" y="42010"/>
                    <a:pt x="46372" y="46952"/>
                    <a:pt x="51582" y="49985"/>
                  </a:cubicBezTo>
                  <a:cubicBezTo>
                    <a:pt x="57149" y="53232"/>
                    <a:pt x="64143" y="53366"/>
                    <a:pt x="70352" y="54294"/>
                  </a:cubicBezTo>
                  <a:cubicBezTo>
                    <a:pt x="76686" y="55240"/>
                    <a:pt x="82253" y="58853"/>
                    <a:pt x="86553" y="63492"/>
                  </a:cubicBezTo>
                  <a:cubicBezTo>
                    <a:pt x="90969" y="68246"/>
                    <a:pt x="94064" y="74090"/>
                    <a:pt x="96482" y="8012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 rot="-749066">
              <a:off x="6790655" y="-954705"/>
              <a:ext cx="4485557" cy="5700243"/>
            </a:xfrm>
            <a:custGeom>
              <a:rect b="b" l="l" r="r" t="t"/>
              <a:pathLst>
                <a:path extrusionOk="0" fill="none" h="80290" w="93529">
                  <a:moveTo>
                    <a:pt x="0" y="2374"/>
                  </a:moveTo>
                  <a:cubicBezTo>
                    <a:pt x="8475" y="1"/>
                    <a:pt x="17806" y="3239"/>
                    <a:pt x="24381" y="9038"/>
                  </a:cubicBezTo>
                  <a:cubicBezTo>
                    <a:pt x="32705" y="16371"/>
                    <a:pt x="35720" y="26157"/>
                    <a:pt x="39556" y="36095"/>
                  </a:cubicBezTo>
                  <a:cubicBezTo>
                    <a:pt x="41849" y="42018"/>
                    <a:pt x="45239" y="47594"/>
                    <a:pt x="50752" y="50966"/>
                  </a:cubicBezTo>
                  <a:cubicBezTo>
                    <a:pt x="56051" y="54205"/>
                    <a:pt x="62786" y="54374"/>
                    <a:pt x="68719" y="55373"/>
                  </a:cubicBezTo>
                  <a:cubicBezTo>
                    <a:pt x="74803" y="56426"/>
                    <a:pt x="80120" y="60021"/>
                    <a:pt x="84259" y="64553"/>
                  </a:cubicBezTo>
                  <a:cubicBezTo>
                    <a:pt x="88399" y="69085"/>
                    <a:pt x="91316" y="74643"/>
                    <a:pt x="93528" y="8029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 rot="-749066">
              <a:off x="6795358" y="-886779"/>
              <a:ext cx="4201496" cy="5724310"/>
            </a:xfrm>
            <a:custGeom>
              <a:rect b="b" l="l" r="r" t="t"/>
              <a:pathLst>
                <a:path extrusionOk="0" fill="none" h="80629" w="87606">
                  <a:moveTo>
                    <a:pt x="1" y="2312"/>
                  </a:moveTo>
                  <a:cubicBezTo>
                    <a:pt x="8235" y="1"/>
                    <a:pt x="17227" y="3320"/>
                    <a:pt x="23517" y="8984"/>
                  </a:cubicBezTo>
                  <a:cubicBezTo>
                    <a:pt x="31501" y="16175"/>
                    <a:pt x="34365" y="25426"/>
                    <a:pt x="37478" y="35203"/>
                  </a:cubicBezTo>
                  <a:cubicBezTo>
                    <a:pt x="39664" y="42063"/>
                    <a:pt x="42982" y="48852"/>
                    <a:pt x="49093" y="52911"/>
                  </a:cubicBezTo>
                  <a:cubicBezTo>
                    <a:pt x="53884" y="56087"/>
                    <a:pt x="60084" y="56355"/>
                    <a:pt x="65463" y="57541"/>
                  </a:cubicBezTo>
                  <a:cubicBezTo>
                    <a:pt x="71048" y="58772"/>
                    <a:pt x="75847" y="62359"/>
                    <a:pt x="79657" y="66676"/>
                  </a:cubicBezTo>
                  <a:cubicBezTo>
                    <a:pt x="83270" y="70762"/>
                    <a:pt x="85830" y="75758"/>
                    <a:pt x="87605" y="80629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 rot="-749066">
              <a:off x="6800110" y="-818835"/>
              <a:ext cx="3917819" cy="5748378"/>
            </a:xfrm>
            <a:custGeom>
              <a:rect b="b" l="l" r="r" t="t"/>
              <a:pathLst>
                <a:path extrusionOk="0" fill="none" h="80968" w="81691">
                  <a:moveTo>
                    <a:pt x="0" y="2248"/>
                  </a:moveTo>
                  <a:cubicBezTo>
                    <a:pt x="7994" y="0"/>
                    <a:pt x="16647" y="3399"/>
                    <a:pt x="22651" y="8930"/>
                  </a:cubicBezTo>
                  <a:cubicBezTo>
                    <a:pt x="30305" y="15978"/>
                    <a:pt x="32901" y="24747"/>
                    <a:pt x="35399" y="34311"/>
                  </a:cubicBezTo>
                  <a:cubicBezTo>
                    <a:pt x="37442" y="42125"/>
                    <a:pt x="40725" y="50092"/>
                    <a:pt x="47434" y="54856"/>
                  </a:cubicBezTo>
                  <a:cubicBezTo>
                    <a:pt x="51742" y="57924"/>
                    <a:pt x="57380" y="58344"/>
                    <a:pt x="62216" y="59709"/>
                  </a:cubicBezTo>
                  <a:cubicBezTo>
                    <a:pt x="67292" y="61136"/>
                    <a:pt x="71574" y="64695"/>
                    <a:pt x="75062" y="68799"/>
                  </a:cubicBezTo>
                  <a:cubicBezTo>
                    <a:pt x="78149" y="72421"/>
                    <a:pt x="80334" y="76864"/>
                    <a:pt x="81690" y="80967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 rot="-749066">
              <a:off x="6802458" y="-784880"/>
              <a:ext cx="3776196" cy="5760376"/>
            </a:xfrm>
            <a:custGeom>
              <a:rect b="b" l="l" r="r" t="t"/>
              <a:pathLst>
                <a:path extrusionOk="0" fill="none" h="81137" w="78738">
                  <a:moveTo>
                    <a:pt x="1" y="2213"/>
                  </a:moveTo>
                  <a:cubicBezTo>
                    <a:pt x="7878" y="0"/>
                    <a:pt x="16353" y="3444"/>
                    <a:pt x="22214" y="8903"/>
                  </a:cubicBezTo>
                  <a:cubicBezTo>
                    <a:pt x="29708" y="15879"/>
                    <a:pt x="32134" y="24426"/>
                    <a:pt x="34356" y="33864"/>
                  </a:cubicBezTo>
                  <a:cubicBezTo>
                    <a:pt x="36309" y="42170"/>
                    <a:pt x="39610" y="50698"/>
                    <a:pt x="46604" y="55828"/>
                  </a:cubicBezTo>
                  <a:cubicBezTo>
                    <a:pt x="50681" y="58825"/>
                    <a:pt x="56025" y="59343"/>
                    <a:pt x="60583" y="60788"/>
                  </a:cubicBezTo>
                  <a:cubicBezTo>
                    <a:pt x="65419" y="62313"/>
                    <a:pt x="69433" y="65864"/>
                    <a:pt x="72770" y="69860"/>
                  </a:cubicBezTo>
                  <a:cubicBezTo>
                    <a:pt x="75589" y="73259"/>
                    <a:pt x="77596" y="77416"/>
                    <a:pt x="78738" y="81137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 rot="-749066">
              <a:off x="6807172" y="-717644"/>
              <a:ext cx="3492518" cy="5785083"/>
            </a:xfrm>
            <a:custGeom>
              <a:rect b="b" l="l" r="r" t="t"/>
              <a:pathLst>
                <a:path extrusionOk="0" fill="none" h="81485" w="72823">
                  <a:moveTo>
                    <a:pt x="0" y="2159"/>
                  </a:moveTo>
                  <a:cubicBezTo>
                    <a:pt x="7637" y="1"/>
                    <a:pt x="15773" y="3533"/>
                    <a:pt x="21348" y="8850"/>
                  </a:cubicBezTo>
                  <a:cubicBezTo>
                    <a:pt x="28503" y="15693"/>
                    <a:pt x="30564" y="23793"/>
                    <a:pt x="32277" y="32973"/>
                  </a:cubicBezTo>
                  <a:cubicBezTo>
                    <a:pt x="34007" y="42277"/>
                    <a:pt x="37379" y="51894"/>
                    <a:pt x="44944" y="57791"/>
                  </a:cubicBezTo>
                  <a:cubicBezTo>
                    <a:pt x="48575" y="60619"/>
                    <a:pt x="53321" y="61359"/>
                    <a:pt x="57327" y="62956"/>
                  </a:cubicBezTo>
                  <a:cubicBezTo>
                    <a:pt x="61663" y="64687"/>
                    <a:pt x="65160" y="68193"/>
                    <a:pt x="68166" y="72002"/>
                  </a:cubicBezTo>
                  <a:cubicBezTo>
                    <a:pt x="70477" y="74919"/>
                    <a:pt x="72100" y="78532"/>
                    <a:pt x="72823" y="81485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 rot="-749066">
              <a:off x="6809955" y="-683695"/>
              <a:ext cx="3350080" cy="5797152"/>
            </a:xfrm>
            <a:custGeom>
              <a:rect b="b" l="l" r="r" t="t"/>
              <a:pathLst>
                <a:path extrusionOk="0" fill="none" h="81655" w="69853">
                  <a:moveTo>
                    <a:pt x="0" y="2132"/>
                  </a:moveTo>
                  <a:cubicBezTo>
                    <a:pt x="7512" y="0"/>
                    <a:pt x="15479" y="3578"/>
                    <a:pt x="20911" y="8823"/>
                  </a:cubicBezTo>
                  <a:cubicBezTo>
                    <a:pt x="27897" y="15594"/>
                    <a:pt x="29743" y="23471"/>
                    <a:pt x="31224" y="32526"/>
                  </a:cubicBezTo>
                  <a:cubicBezTo>
                    <a:pt x="32830" y="42330"/>
                    <a:pt x="36273" y="52474"/>
                    <a:pt x="44106" y="58763"/>
                  </a:cubicBezTo>
                  <a:cubicBezTo>
                    <a:pt x="47523" y="61502"/>
                    <a:pt x="51966" y="62367"/>
                    <a:pt x="55695" y="64044"/>
                  </a:cubicBezTo>
                  <a:cubicBezTo>
                    <a:pt x="59780" y="65882"/>
                    <a:pt x="63019" y="69352"/>
                    <a:pt x="65865" y="73063"/>
                  </a:cubicBezTo>
                  <a:cubicBezTo>
                    <a:pt x="67916" y="75740"/>
                    <a:pt x="69344" y="79085"/>
                    <a:pt x="69852" y="81654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 rot="-749066">
              <a:off x="6814700" y="-615821"/>
              <a:ext cx="3066403" cy="5821219"/>
            </a:xfrm>
            <a:custGeom>
              <a:rect b="b" l="l" r="r" t="t"/>
              <a:pathLst>
                <a:path extrusionOk="0" fill="none" h="81994" w="63938">
                  <a:moveTo>
                    <a:pt x="0" y="2061"/>
                  </a:moveTo>
                  <a:cubicBezTo>
                    <a:pt x="7271" y="1"/>
                    <a:pt x="14898" y="3658"/>
                    <a:pt x="20046" y="8770"/>
                  </a:cubicBezTo>
                  <a:cubicBezTo>
                    <a:pt x="26692" y="15398"/>
                    <a:pt x="28092" y="22838"/>
                    <a:pt x="29145" y="31635"/>
                  </a:cubicBezTo>
                  <a:cubicBezTo>
                    <a:pt x="30439" y="42438"/>
                    <a:pt x="34105" y="53589"/>
                    <a:pt x="42446" y="60708"/>
                  </a:cubicBezTo>
                  <a:cubicBezTo>
                    <a:pt x="45435" y="63260"/>
                    <a:pt x="49253" y="64384"/>
                    <a:pt x="52438" y="66203"/>
                  </a:cubicBezTo>
                  <a:cubicBezTo>
                    <a:pt x="56024" y="68255"/>
                    <a:pt x="58763" y="71672"/>
                    <a:pt x="61270" y="75187"/>
                  </a:cubicBezTo>
                  <a:cubicBezTo>
                    <a:pt x="62822" y="77373"/>
                    <a:pt x="63857" y="80192"/>
                    <a:pt x="63937" y="81994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 rot="-749066">
              <a:off x="6816977" y="-582515"/>
              <a:ext cx="2930774" cy="5833218"/>
            </a:xfrm>
            <a:custGeom>
              <a:rect b="b" l="l" r="r" t="t"/>
              <a:pathLst>
                <a:path extrusionOk="0" fill="none" h="82163" w="61110">
                  <a:moveTo>
                    <a:pt x="0" y="2034"/>
                  </a:moveTo>
                  <a:cubicBezTo>
                    <a:pt x="7146" y="0"/>
                    <a:pt x="14613" y="3694"/>
                    <a:pt x="19609" y="8743"/>
                  </a:cubicBezTo>
                  <a:cubicBezTo>
                    <a:pt x="26094" y="15300"/>
                    <a:pt x="27254" y="22526"/>
                    <a:pt x="28102" y="31188"/>
                  </a:cubicBezTo>
                  <a:cubicBezTo>
                    <a:pt x="29217" y="42491"/>
                    <a:pt x="33044" y="54124"/>
                    <a:pt x="41617" y="61680"/>
                  </a:cubicBezTo>
                  <a:cubicBezTo>
                    <a:pt x="44400" y="64133"/>
                    <a:pt x="47898" y="65391"/>
                    <a:pt x="50815" y="67292"/>
                  </a:cubicBezTo>
                  <a:cubicBezTo>
                    <a:pt x="54142" y="69450"/>
                    <a:pt x="56640" y="72814"/>
                    <a:pt x="58969" y="76248"/>
                  </a:cubicBezTo>
                  <a:cubicBezTo>
                    <a:pt x="60280" y="78184"/>
                    <a:pt x="61110" y="80753"/>
                    <a:pt x="60976" y="82163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 rot="-749066">
              <a:off x="6819209" y="-549628"/>
              <a:ext cx="2799031" cy="5845216"/>
            </a:xfrm>
            <a:custGeom>
              <a:rect b="b" l="l" r="r" t="t"/>
              <a:pathLst>
                <a:path extrusionOk="0" fill="none" h="82332" w="58363">
                  <a:moveTo>
                    <a:pt x="1" y="1998"/>
                  </a:moveTo>
                  <a:cubicBezTo>
                    <a:pt x="7031" y="0"/>
                    <a:pt x="14319" y="3738"/>
                    <a:pt x="19172" y="8716"/>
                  </a:cubicBezTo>
                  <a:cubicBezTo>
                    <a:pt x="25497" y="15202"/>
                    <a:pt x="26407" y="22204"/>
                    <a:pt x="27067" y="30733"/>
                  </a:cubicBezTo>
                  <a:cubicBezTo>
                    <a:pt x="27968" y="42544"/>
                    <a:pt x="32001" y="54641"/>
                    <a:pt x="40788" y="62652"/>
                  </a:cubicBezTo>
                  <a:cubicBezTo>
                    <a:pt x="43366" y="65007"/>
                    <a:pt x="46542" y="66408"/>
                    <a:pt x="49182" y="68371"/>
                  </a:cubicBezTo>
                  <a:cubicBezTo>
                    <a:pt x="52260" y="70654"/>
                    <a:pt x="54526" y="73964"/>
                    <a:pt x="56667" y="77309"/>
                  </a:cubicBezTo>
                  <a:cubicBezTo>
                    <a:pt x="57747" y="78996"/>
                    <a:pt x="58362" y="81306"/>
                    <a:pt x="58023" y="823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 rot="-749066">
              <a:off x="6823714" y="-483973"/>
              <a:ext cx="2535880" cy="5869354"/>
            </a:xfrm>
            <a:custGeom>
              <a:rect b="b" l="l" r="r" t="t"/>
              <a:pathLst>
                <a:path extrusionOk="0" fill="none" h="82672" w="52876">
                  <a:moveTo>
                    <a:pt x="0" y="1936"/>
                  </a:moveTo>
                  <a:cubicBezTo>
                    <a:pt x="6789" y="1"/>
                    <a:pt x="13739" y="3819"/>
                    <a:pt x="18306" y="8663"/>
                  </a:cubicBezTo>
                  <a:cubicBezTo>
                    <a:pt x="24292" y="15015"/>
                    <a:pt x="24694" y="21554"/>
                    <a:pt x="24979" y="29841"/>
                  </a:cubicBezTo>
                  <a:cubicBezTo>
                    <a:pt x="25425" y="42643"/>
                    <a:pt x="29975" y="55614"/>
                    <a:pt x="39128" y="64606"/>
                  </a:cubicBezTo>
                  <a:cubicBezTo>
                    <a:pt x="41305" y="66747"/>
                    <a:pt x="43821" y="68442"/>
                    <a:pt x="45926" y="70539"/>
                  </a:cubicBezTo>
                  <a:cubicBezTo>
                    <a:pt x="48477" y="73055"/>
                    <a:pt x="50360" y="76222"/>
                    <a:pt x="52073" y="79442"/>
                  </a:cubicBezTo>
                  <a:cubicBezTo>
                    <a:pt x="52697" y="80602"/>
                    <a:pt x="52875" y="82413"/>
                    <a:pt x="52108" y="8267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 rot="-749066">
              <a:off x="6750145" y="-451382"/>
              <a:ext cx="2406679" cy="5890227"/>
            </a:xfrm>
            <a:custGeom>
              <a:rect b="b" l="l" r="r" t="t"/>
              <a:pathLst>
                <a:path extrusionOk="0" fill="none" h="82966" w="50182">
                  <a:moveTo>
                    <a:pt x="1" y="1909"/>
                  </a:moveTo>
                  <a:cubicBezTo>
                    <a:pt x="6674" y="0"/>
                    <a:pt x="13454" y="3863"/>
                    <a:pt x="17878" y="8636"/>
                  </a:cubicBezTo>
                  <a:cubicBezTo>
                    <a:pt x="23695" y="14916"/>
                    <a:pt x="23829" y="21223"/>
                    <a:pt x="23945" y="29395"/>
                  </a:cubicBezTo>
                  <a:cubicBezTo>
                    <a:pt x="24123" y="42687"/>
                    <a:pt x="29021" y="56060"/>
                    <a:pt x="38299" y="65579"/>
                  </a:cubicBezTo>
                  <a:cubicBezTo>
                    <a:pt x="40279" y="67612"/>
                    <a:pt x="42447" y="69468"/>
                    <a:pt x="44303" y="71618"/>
                  </a:cubicBezTo>
                  <a:cubicBezTo>
                    <a:pt x="46577" y="74259"/>
                    <a:pt x="48344" y="77319"/>
                    <a:pt x="49780" y="80503"/>
                  </a:cubicBezTo>
                  <a:cubicBezTo>
                    <a:pt x="50182" y="81404"/>
                    <a:pt x="50128" y="82966"/>
                    <a:pt x="49147" y="8284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2" name="Google Shape;72;p4"/>
          <p:cNvSpPr txBox="1"/>
          <p:nvPr>
            <p:ph idx="1" type="body"/>
          </p:nvPr>
        </p:nvSpPr>
        <p:spPr>
          <a:xfrm>
            <a:off x="713250" y="1237425"/>
            <a:ext cx="77175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5"/>
          <p:cNvGrpSpPr/>
          <p:nvPr/>
        </p:nvGrpSpPr>
        <p:grpSpPr>
          <a:xfrm flipH="1">
            <a:off x="-595872" y="4223103"/>
            <a:ext cx="10336121" cy="794623"/>
            <a:chOff x="80650" y="2722550"/>
            <a:chExt cx="8030550" cy="617375"/>
          </a:xfrm>
        </p:grpSpPr>
        <p:sp>
          <p:nvSpPr>
            <p:cNvPr id="75" name="Google Shape;75;p5"/>
            <p:cNvSpPr/>
            <p:nvPr/>
          </p:nvSpPr>
          <p:spPr>
            <a:xfrm>
              <a:off x="81100" y="2722550"/>
              <a:ext cx="8014950" cy="569200"/>
            </a:xfrm>
            <a:custGeom>
              <a:rect b="b" l="l" r="r" t="t"/>
              <a:pathLst>
                <a:path extrusionOk="0" fill="none" h="22768" w="320598">
                  <a:moveTo>
                    <a:pt x="0" y="22768"/>
                  </a:moveTo>
                  <a:cubicBezTo>
                    <a:pt x="18271" y="15524"/>
                    <a:pt x="45874" y="10670"/>
                    <a:pt x="69158" y="8886"/>
                  </a:cubicBezTo>
                  <a:cubicBezTo>
                    <a:pt x="98938" y="6585"/>
                    <a:pt x="117173" y="9047"/>
                    <a:pt x="136086" y="12098"/>
                  </a:cubicBezTo>
                  <a:cubicBezTo>
                    <a:pt x="152716" y="14792"/>
                    <a:pt x="173288" y="16559"/>
                    <a:pt x="199196" y="13722"/>
                  </a:cubicBezTo>
                  <a:cubicBezTo>
                    <a:pt x="214291" y="12062"/>
                    <a:pt x="229439" y="8173"/>
                    <a:pt x="243731" y="5353"/>
                  </a:cubicBezTo>
                  <a:cubicBezTo>
                    <a:pt x="258879" y="2356"/>
                    <a:pt x="274581" y="1035"/>
                    <a:pt x="289051" y="465"/>
                  </a:cubicBezTo>
                  <a:cubicBezTo>
                    <a:pt x="301309" y="1"/>
                    <a:pt x="312425" y="554"/>
                    <a:pt x="320597" y="1553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89125" y="2831400"/>
              <a:ext cx="7821350" cy="508525"/>
            </a:xfrm>
            <a:custGeom>
              <a:rect b="b" l="l" r="r" t="t"/>
              <a:pathLst>
                <a:path extrusionOk="0" fill="none" h="20341" w="312854">
                  <a:moveTo>
                    <a:pt x="1" y="20341"/>
                  </a:moveTo>
                  <a:cubicBezTo>
                    <a:pt x="17968" y="13186"/>
                    <a:pt x="45178" y="8493"/>
                    <a:pt x="67999" y="6780"/>
                  </a:cubicBezTo>
                  <a:cubicBezTo>
                    <a:pt x="97207" y="4604"/>
                    <a:pt x="114675" y="7066"/>
                    <a:pt x="132678" y="10278"/>
                  </a:cubicBezTo>
                  <a:cubicBezTo>
                    <a:pt x="149718" y="13293"/>
                    <a:pt x="171129" y="15309"/>
                    <a:pt x="198304" y="12437"/>
                  </a:cubicBezTo>
                  <a:cubicBezTo>
                    <a:pt x="212703" y="10920"/>
                    <a:pt x="227209" y="7316"/>
                    <a:pt x="240858" y="4746"/>
                  </a:cubicBezTo>
                  <a:cubicBezTo>
                    <a:pt x="255454" y="2016"/>
                    <a:pt x="270442" y="874"/>
                    <a:pt x="284341" y="393"/>
                  </a:cubicBezTo>
                  <a:cubicBezTo>
                    <a:pt x="295564" y="0"/>
                    <a:pt x="305788" y="553"/>
                    <a:pt x="312854" y="1535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80650" y="2991525"/>
              <a:ext cx="8030550" cy="332350"/>
            </a:xfrm>
            <a:custGeom>
              <a:rect b="b" l="l" r="r" t="t"/>
              <a:pathLst>
                <a:path extrusionOk="0" fill="none" h="13294" w="321222">
                  <a:moveTo>
                    <a:pt x="1" y="11741"/>
                  </a:moveTo>
                  <a:cubicBezTo>
                    <a:pt x="18557" y="5318"/>
                    <a:pt x="46356" y="1696"/>
                    <a:pt x="69712" y="964"/>
                  </a:cubicBezTo>
                  <a:cubicBezTo>
                    <a:pt x="99563" y="1"/>
                    <a:pt x="117673" y="3266"/>
                    <a:pt x="136425" y="7173"/>
                  </a:cubicBezTo>
                  <a:cubicBezTo>
                    <a:pt x="152912" y="10617"/>
                    <a:pt x="173378" y="13293"/>
                    <a:pt x="199392" y="11616"/>
                  </a:cubicBezTo>
                  <a:cubicBezTo>
                    <a:pt x="214558" y="10635"/>
                    <a:pt x="229867" y="7423"/>
                    <a:pt x="244266" y="5246"/>
                  </a:cubicBezTo>
                  <a:cubicBezTo>
                    <a:pt x="259540" y="2945"/>
                    <a:pt x="275277" y="2320"/>
                    <a:pt x="289765" y="2409"/>
                  </a:cubicBezTo>
                  <a:cubicBezTo>
                    <a:pt x="302041" y="2481"/>
                    <a:pt x="313103" y="3534"/>
                    <a:pt x="321222" y="489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5"/>
          <p:cNvSpPr txBox="1"/>
          <p:nvPr>
            <p:ph idx="1" type="subTitle"/>
          </p:nvPr>
        </p:nvSpPr>
        <p:spPr>
          <a:xfrm>
            <a:off x="1459800" y="2833875"/>
            <a:ext cx="25407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"/>
          <p:cNvSpPr txBox="1"/>
          <p:nvPr>
            <p:ph idx="2" type="subTitle"/>
          </p:nvPr>
        </p:nvSpPr>
        <p:spPr>
          <a:xfrm>
            <a:off x="5143504" y="2833875"/>
            <a:ext cx="25407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3" type="subTitle"/>
          </p:nvPr>
        </p:nvSpPr>
        <p:spPr>
          <a:xfrm>
            <a:off x="1459812" y="2362150"/>
            <a:ext cx="2540700" cy="479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1" name="Google Shape;81;p5"/>
          <p:cNvSpPr txBox="1"/>
          <p:nvPr>
            <p:ph idx="4" type="subTitle"/>
          </p:nvPr>
        </p:nvSpPr>
        <p:spPr>
          <a:xfrm>
            <a:off x="5143500" y="2362150"/>
            <a:ext cx="2540700" cy="479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2" name="Google Shape;82;p5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6"/>
          <p:cNvGrpSpPr/>
          <p:nvPr/>
        </p:nvGrpSpPr>
        <p:grpSpPr>
          <a:xfrm rot="-166800">
            <a:off x="-1594969" y="-507309"/>
            <a:ext cx="3021537" cy="3684821"/>
            <a:chOff x="-905700" y="-825164"/>
            <a:chExt cx="3021607" cy="3684906"/>
          </a:xfrm>
        </p:grpSpPr>
        <p:sp>
          <p:nvSpPr>
            <p:cNvPr id="85" name="Google Shape;85;p6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6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6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6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6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6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6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7"/>
          <p:cNvGrpSpPr/>
          <p:nvPr/>
        </p:nvGrpSpPr>
        <p:grpSpPr>
          <a:xfrm rot="2911381">
            <a:off x="-3763657" y="1750138"/>
            <a:ext cx="11522721" cy="5921234"/>
            <a:chOff x="1287053" y="-3034385"/>
            <a:chExt cx="11523056" cy="5921406"/>
          </a:xfrm>
        </p:grpSpPr>
        <p:grpSp>
          <p:nvGrpSpPr>
            <p:cNvPr id="99" name="Google Shape;99;p7"/>
            <p:cNvGrpSpPr/>
            <p:nvPr/>
          </p:nvGrpSpPr>
          <p:grpSpPr>
            <a:xfrm>
              <a:off x="1287053" y="-3030034"/>
              <a:ext cx="11523056" cy="5917055"/>
              <a:chOff x="1287053" y="-3030034"/>
              <a:chExt cx="11523056" cy="5917055"/>
            </a:xfrm>
          </p:grpSpPr>
          <p:sp>
            <p:nvSpPr>
              <p:cNvPr id="100" name="Google Shape;100;p7"/>
              <p:cNvSpPr/>
              <p:nvPr/>
            </p:nvSpPr>
            <p:spPr>
              <a:xfrm flipH="1" rot="1626522">
                <a:off x="2622604" y="-2076704"/>
                <a:ext cx="8851954" cy="4073117"/>
              </a:xfrm>
              <a:custGeom>
                <a:rect b="b" l="l" r="r" t="t"/>
                <a:pathLst>
                  <a:path extrusionOk="0" fill="none" h="79933" w="112460">
                    <a:moveTo>
                      <a:pt x="1" y="0"/>
                    </a:moveTo>
                    <a:cubicBezTo>
                      <a:pt x="9493" y="1677"/>
                      <a:pt x="14997" y="11053"/>
                      <a:pt x="17245" y="19644"/>
                    </a:cubicBezTo>
                    <a:cubicBezTo>
                      <a:pt x="19850" y="29573"/>
                      <a:pt x="17459" y="40760"/>
                      <a:pt x="22750" y="49967"/>
                    </a:cubicBezTo>
                    <a:cubicBezTo>
                      <a:pt x="28307" y="59637"/>
                      <a:pt x="40601" y="64936"/>
                      <a:pt x="51199" y="66577"/>
                    </a:cubicBezTo>
                    <a:cubicBezTo>
                      <a:pt x="58023" y="67639"/>
                      <a:pt x="65374" y="66863"/>
                      <a:pt x="72306" y="67443"/>
                    </a:cubicBezTo>
                    <a:cubicBezTo>
                      <a:pt x="83939" y="68406"/>
                      <a:pt x="95117" y="71056"/>
                      <a:pt x="105367" y="76765"/>
                    </a:cubicBezTo>
                    <a:cubicBezTo>
                      <a:pt x="107642" y="78032"/>
                      <a:pt x="109908" y="79433"/>
                      <a:pt x="112460" y="79932"/>
                    </a:cubicBezTo>
                  </a:path>
                </a:pathLst>
              </a:custGeom>
              <a:noFill/>
              <a:ln cap="flat" cmpd="sng" w="28575">
                <a:solidFill>
                  <a:schemeClr val="lt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7"/>
              <p:cNvSpPr/>
              <p:nvPr/>
            </p:nvSpPr>
            <p:spPr>
              <a:xfrm flipH="1" rot="1626522">
                <a:off x="2648113" y="-2120576"/>
                <a:ext cx="8670050" cy="4066289"/>
              </a:xfrm>
              <a:custGeom>
                <a:rect b="b" l="l" r="r" t="t"/>
                <a:pathLst>
                  <a:path extrusionOk="0" fill="none" h="79799" w="110149">
                    <a:moveTo>
                      <a:pt x="110149" y="79798"/>
                    </a:moveTo>
                    <a:cubicBezTo>
                      <a:pt x="107704" y="79219"/>
                      <a:pt x="105519" y="77791"/>
                      <a:pt x="103315" y="76507"/>
                    </a:cubicBezTo>
                    <a:cubicBezTo>
                      <a:pt x="101281" y="75311"/>
                      <a:pt x="99194" y="74250"/>
                      <a:pt x="97071" y="73304"/>
                    </a:cubicBezTo>
                    <a:cubicBezTo>
                      <a:pt x="89791" y="70066"/>
                      <a:pt x="82021" y="68246"/>
                      <a:pt x="74027" y="67318"/>
                    </a:cubicBezTo>
                    <a:cubicBezTo>
                      <a:pt x="73002" y="67202"/>
                      <a:pt x="71976" y="67095"/>
                      <a:pt x="70941" y="67006"/>
                    </a:cubicBezTo>
                    <a:cubicBezTo>
                      <a:pt x="64116" y="66408"/>
                      <a:pt x="56899" y="67095"/>
                      <a:pt x="50182" y="65989"/>
                    </a:cubicBezTo>
                    <a:cubicBezTo>
                      <a:pt x="44847" y="65097"/>
                      <a:pt x="39119" y="63241"/>
                      <a:pt x="34177" y="60324"/>
                    </a:cubicBezTo>
                    <a:cubicBezTo>
                      <a:pt x="29244" y="57416"/>
                      <a:pt x="25149" y="53499"/>
                      <a:pt x="22508" y="48620"/>
                    </a:cubicBezTo>
                    <a:cubicBezTo>
                      <a:pt x="17878" y="40038"/>
                      <a:pt x="19502" y="29859"/>
                      <a:pt x="17459" y="20616"/>
                    </a:cubicBezTo>
                    <a:cubicBezTo>
                      <a:pt x="17334" y="20072"/>
                      <a:pt x="17200" y="19537"/>
                      <a:pt x="17058" y="19002"/>
                    </a:cubicBezTo>
                    <a:cubicBezTo>
                      <a:pt x="14747" y="10634"/>
                      <a:pt x="9261" y="1606"/>
                      <a:pt x="1" y="0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7"/>
              <p:cNvSpPr/>
              <p:nvPr/>
            </p:nvSpPr>
            <p:spPr>
              <a:xfrm flipH="1" rot="1626522">
                <a:off x="2673583" y="-2163828"/>
                <a:ext cx="8488855" cy="4058543"/>
              </a:xfrm>
              <a:custGeom>
                <a:rect b="b" l="l" r="r" t="t"/>
                <a:pathLst>
                  <a:path extrusionOk="0" fill="none" h="79647" w="107847">
                    <a:moveTo>
                      <a:pt x="107847" y="79647"/>
                    </a:moveTo>
                    <a:cubicBezTo>
                      <a:pt x="105501" y="78995"/>
                      <a:pt x="103404" y="77550"/>
                      <a:pt x="101281" y="76239"/>
                    </a:cubicBezTo>
                    <a:cubicBezTo>
                      <a:pt x="99310" y="75026"/>
                      <a:pt x="97293" y="73937"/>
                      <a:pt x="95215" y="72974"/>
                    </a:cubicBezTo>
                    <a:cubicBezTo>
                      <a:pt x="88131" y="69673"/>
                      <a:pt x="80477" y="67835"/>
                      <a:pt x="72618" y="66890"/>
                    </a:cubicBezTo>
                    <a:cubicBezTo>
                      <a:pt x="71610" y="66765"/>
                      <a:pt x="70602" y="66658"/>
                      <a:pt x="69585" y="66569"/>
                    </a:cubicBezTo>
                    <a:cubicBezTo>
                      <a:pt x="62858" y="65935"/>
                      <a:pt x="55766" y="66560"/>
                      <a:pt x="49173" y="65391"/>
                    </a:cubicBezTo>
                    <a:cubicBezTo>
                      <a:pt x="43803" y="64445"/>
                      <a:pt x="38093" y="62456"/>
                      <a:pt x="33303" y="59369"/>
                    </a:cubicBezTo>
                    <a:cubicBezTo>
                      <a:pt x="28530" y="56300"/>
                      <a:pt x="24774" y="52206"/>
                      <a:pt x="22276" y="47255"/>
                    </a:cubicBezTo>
                    <a:cubicBezTo>
                      <a:pt x="18003" y="38806"/>
                      <a:pt x="19395" y="28904"/>
                      <a:pt x="17289" y="19921"/>
                    </a:cubicBezTo>
                    <a:cubicBezTo>
                      <a:pt x="17165" y="19394"/>
                      <a:pt x="17022" y="18868"/>
                      <a:pt x="16870" y="18342"/>
                    </a:cubicBezTo>
                    <a:cubicBezTo>
                      <a:pt x="14506" y="10206"/>
                      <a:pt x="9038" y="1517"/>
                      <a:pt x="0" y="0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7"/>
              <p:cNvSpPr/>
              <p:nvPr/>
            </p:nvSpPr>
            <p:spPr>
              <a:xfrm flipH="1" rot="1626522">
                <a:off x="2698774" y="-2207225"/>
                <a:ext cx="8307739" cy="4051256"/>
              </a:xfrm>
              <a:custGeom>
                <a:rect b="b" l="l" r="r" t="t"/>
                <a:pathLst>
                  <a:path extrusionOk="0" fill="none" h="79504" w="105546">
                    <a:moveTo>
                      <a:pt x="105545" y="79504"/>
                    </a:moveTo>
                    <a:cubicBezTo>
                      <a:pt x="103306" y="78772"/>
                      <a:pt x="101290" y="77309"/>
                      <a:pt x="99238" y="75980"/>
                    </a:cubicBezTo>
                    <a:cubicBezTo>
                      <a:pt x="97338" y="74749"/>
                      <a:pt x="95384" y="73634"/>
                      <a:pt x="93368" y="72644"/>
                    </a:cubicBezTo>
                    <a:cubicBezTo>
                      <a:pt x="86472" y="69280"/>
                      <a:pt x="78934" y="67434"/>
                      <a:pt x="71217" y="66461"/>
                    </a:cubicBezTo>
                    <a:cubicBezTo>
                      <a:pt x="70218" y="66337"/>
                      <a:pt x="69228" y="66221"/>
                      <a:pt x="68229" y="66122"/>
                    </a:cubicBezTo>
                    <a:cubicBezTo>
                      <a:pt x="61609" y="65471"/>
                      <a:pt x="54651" y="66006"/>
                      <a:pt x="48165" y="64793"/>
                    </a:cubicBezTo>
                    <a:cubicBezTo>
                      <a:pt x="42768" y="63785"/>
                      <a:pt x="37067" y="61680"/>
                      <a:pt x="32428" y="58415"/>
                    </a:cubicBezTo>
                    <a:cubicBezTo>
                      <a:pt x="27807" y="55176"/>
                      <a:pt x="24399" y="50903"/>
                      <a:pt x="22044" y="45899"/>
                    </a:cubicBezTo>
                    <a:cubicBezTo>
                      <a:pt x="18119" y="37584"/>
                      <a:pt x="19297" y="27958"/>
                      <a:pt x="17111" y="19216"/>
                    </a:cubicBezTo>
                    <a:cubicBezTo>
                      <a:pt x="16986" y="18707"/>
                      <a:pt x="16843" y="18199"/>
                      <a:pt x="16692" y="17690"/>
                    </a:cubicBezTo>
                    <a:cubicBezTo>
                      <a:pt x="14265" y="9777"/>
                      <a:pt x="8814" y="1436"/>
                      <a:pt x="0" y="0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7"/>
              <p:cNvSpPr/>
              <p:nvPr/>
            </p:nvSpPr>
            <p:spPr>
              <a:xfrm flipH="1" rot="1626522">
                <a:off x="2724055" y="-2250779"/>
                <a:ext cx="8125835" cy="4044021"/>
              </a:xfrm>
              <a:custGeom>
                <a:rect b="b" l="l" r="r" t="t"/>
                <a:pathLst>
                  <a:path extrusionOk="0" fill="none" h="79362" w="103235">
                    <a:moveTo>
                      <a:pt x="103234" y="79361"/>
                    </a:moveTo>
                    <a:cubicBezTo>
                      <a:pt x="101102" y="78549"/>
                      <a:pt x="99166" y="77068"/>
                      <a:pt x="97186" y="75712"/>
                    </a:cubicBezTo>
                    <a:cubicBezTo>
                      <a:pt x="95357" y="74464"/>
                      <a:pt x="93466" y="73331"/>
                      <a:pt x="91503" y="72323"/>
                    </a:cubicBezTo>
                    <a:cubicBezTo>
                      <a:pt x="84804" y="68879"/>
                      <a:pt x="77381" y="67023"/>
                      <a:pt x="69798" y="66024"/>
                    </a:cubicBezTo>
                    <a:cubicBezTo>
                      <a:pt x="68817" y="65899"/>
                      <a:pt x="67845" y="65783"/>
                      <a:pt x="66863" y="65685"/>
                    </a:cubicBezTo>
                    <a:cubicBezTo>
                      <a:pt x="60351" y="65007"/>
                      <a:pt x="53517" y="65453"/>
                      <a:pt x="47148" y="64195"/>
                    </a:cubicBezTo>
                    <a:cubicBezTo>
                      <a:pt x="41715" y="63125"/>
                      <a:pt x="36032" y="60895"/>
                      <a:pt x="31545" y="57460"/>
                    </a:cubicBezTo>
                    <a:cubicBezTo>
                      <a:pt x="27084" y="54052"/>
                      <a:pt x="24016" y="49610"/>
                      <a:pt x="21794" y="44543"/>
                    </a:cubicBezTo>
                    <a:cubicBezTo>
                      <a:pt x="18217" y="36362"/>
                      <a:pt x="19180" y="27004"/>
                      <a:pt x="16932" y="18520"/>
                    </a:cubicBezTo>
                    <a:cubicBezTo>
                      <a:pt x="16798" y="18020"/>
                      <a:pt x="16656" y="17530"/>
                      <a:pt x="16504" y="17039"/>
                    </a:cubicBezTo>
                    <a:cubicBezTo>
                      <a:pt x="14015" y="9349"/>
                      <a:pt x="8582" y="1347"/>
                      <a:pt x="0" y="0"/>
                    </a:cubicBezTo>
                  </a:path>
                </a:pathLst>
              </a:custGeom>
              <a:noFill/>
              <a:ln cap="flat" cmpd="sng" w="28575">
                <a:solidFill>
                  <a:schemeClr val="lt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7"/>
              <p:cNvSpPr/>
              <p:nvPr/>
            </p:nvSpPr>
            <p:spPr>
              <a:xfrm flipH="1" rot="1626522">
                <a:off x="2774360" y="-2338047"/>
                <a:ext cx="7763524" cy="4029447"/>
              </a:xfrm>
              <a:custGeom>
                <a:rect b="b" l="l" r="r" t="t"/>
                <a:pathLst>
                  <a:path extrusionOk="0" fill="none" h="79076" w="98632">
                    <a:moveTo>
                      <a:pt x="98632" y="79076"/>
                    </a:moveTo>
                    <a:cubicBezTo>
                      <a:pt x="96696" y="78112"/>
                      <a:pt x="94921" y="76596"/>
                      <a:pt x="93092" y="75195"/>
                    </a:cubicBezTo>
                    <a:cubicBezTo>
                      <a:pt x="91397" y="73902"/>
                      <a:pt x="89639" y="72724"/>
                      <a:pt x="87793" y="71671"/>
                    </a:cubicBezTo>
                    <a:cubicBezTo>
                      <a:pt x="81477" y="68103"/>
                      <a:pt x="74286" y="66212"/>
                      <a:pt x="66971" y="65177"/>
                    </a:cubicBezTo>
                    <a:cubicBezTo>
                      <a:pt x="66034" y="65043"/>
                      <a:pt x="65089" y="64918"/>
                      <a:pt x="64143" y="64811"/>
                    </a:cubicBezTo>
                    <a:cubicBezTo>
                      <a:pt x="57845" y="64080"/>
                      <a:pt x="51261" y="64356"/>
                      <a:pt x="45123" y="63009"/>
                    </a:cubicBezTo>
                    <a:cubicBezTo>
                      <a:pt x="39637" y="61805"/>
                      <a:pt x="33981" y="59334"/>
                      <a:pt x="29797" y="55560"/>
                    </a:cubicBezTo>
                    <a:cubicBezTo>
                      <a:pt x="25640" y="51813"/>
                      <a:pt x="23249" y="47049"/>
                      <a:pt x="21322" y="41831"/>
                    </a:cubicBezTo>
                    <a:cubicBezTo>
                      <a:pt x="18414" y="33953"/>
                      <a:pt x="18976" y="25104"/>
                      <a:pt x="16585" y="17128"/>
                    </a:cubicBezTo>
                    <a:cubicBezTo>
                      <a:pt x="16442" y="16664"/>
                      <a:pt x="16291" y="16201"/>
                      <a:pt x="16130" y="15746"/>
                    </a:cubicBezTo>
                    <a:cubicBezTo>
                      <a:pt x="13534" y="8502"/>
                      <a:pt x="8128" y="1195"/>
                      <a:pt x="1" y="0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7"/>
              <p:cNvSpPr/>
              <p:nvPr/>
            </p:nvSpPr>
            <p:spPr>
              <a:xfrm flipH="1" rot="1626522">
                <a:off x="2824816" y="-2424874"/>
                <a:ext cx="7401212" cy="4014975"/>
              </a:xfrm>
              <a:custGeom>
                <a:rect b="b" l="l" r="r" t="t"/>
                <a:pathLst>
                  <a:path extrusionOk="0" fill="none" h="78792" w="94029">
                    <a:moveTo>
                      <a:pt x="94028" y="78791"/>
                    </a:moveTo>
                    <a:cubicBezTo>
                      <a:pt x="92298" y="77676"/>
                      <a:pt x="90692" y="76106"/>
                      <a:pt x="89015" y="74670"/>
                    </a:cubicBezTo>
                    <a:cubicBezTo>
                      <a:pt x="87454" y="73332"/>
                      <a:pt x="85821" y="72109"/>
                      <a:pt x="84081" y="71021"/>
                    </a:cubicBezTo>
                    <a:cubicBezTo>
                      <a:pt x="78158" y="67319"/>
                      <a:pt x="71199" y="65401"/>
                      <a:pt x="64152" y="64312"/>
                    </a:cubicBezTo>
                    <a:cubicBezTo>
                      <a:pt x="63251" y="64179"/>
                      <a:pt x="62341" y="64045"/>
                      <a:pt x="61422" y="63929"/>
                    </a:cubicBezTo>
                    <a:cubicBezTo>
                      <a:pt x="55347" y="63153"/>
                      <a:pt x="49022" y="63251"/>
                      <a:pt x="43107" y="61815"/>
                    </a:cubicBezTo>
                    <a:cubicBezTo>
                      <a:pt x="37558" y="60467"/>
                      <a:pt x="31929" y="57773"/>
                      <a:pt x="28057" y="53661"/>
                    </a:cubicBezTo>
                    <a:cubicBezTo>
                      <a:pt x="24203" y="49575"/>
                      <a:pt x="22473" y="44481"/>
                      <a:pt x="20858" y="39111"/>
                    </a:cubicBezTo>
                    <a:cubicBezTo>
                      <a:pt x="18574" y="31546"/>
                      <a:pt x="18770" y="23204"/>
                      <a:pt x="16237" y="15738"/>
                    </a:cubicBezTo>
                    <a:cubicBezTo>
                      <a:pt x="16094" y="15300"/>
                      <a:pt x="15934" y="14863"/>
                      <a:pt x="15764" y="14435"/>
                    </a:cubicBezTo>
                    <a:cubicBezTo>
                      <a:pt x="13052" y="7646"/>
                      <a:pt x="7682" y="1027"/>
                      <a:pt x="1" y="1"/>
                    </a:cubicBezTo>
                  </a:path>
                </a:pathLst>
              </a:custGeom>
              <a:noFill/>
              <a:ln cap="flat" cmpd="sng" w="28575">
                <a:solidFill>
                  <a:schemeClr val="lt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 flipH="1" rot="1626522">
                <a:off x="2850325" y="-2468287"/>
                <a:ext cx="7219309" cy="4007230"/>
              </a:xfrm>
              <a:custGeom>
                <a:rect b="b" l="l" r="r" t="t"/>
                <a:pathLst>
                  <a:path extrusionOk="0" fill="none" h="78640" w="91718">
                    <a:moveTo>
                      <a:pt x="91718" y="78640"/>
                    </a:moveTo>
                    <a:cubicBezTo>
                      <a:pt x="90094" y="77453"/>
                      <a:pt x="88568" y="75865"/>
                      <a:pt x="86963" y="74402"/>
                    </a:cubicBezTo>
                    <a:cubicBezTo>
                      <a:pt x="85473" y="73046"/>
                      <a:pt x="83903" y="71797"/>
                      <a:pt x="82226" y="70691"/>
                    </a:cubicBezTo>
                    <a:cubicBezTo>
                      <a:pt x="76489" y="66926"/>
                      <a:pt x="69647" y="64990"/>
                      <a:pt x="62733" y="63884"/>
                    </a:cubicBezTo>
                    <a:cubicBezTo>
                      <a:pt x="61850" y="63741"/>
                      <a:pt x="60949" y="63608"/>
                      <a:pt x="60057" y="63492"/>
                    </a:cubicBezTo>
                    <a:cubicBezTo>
                      <a:pt x="54089" y="62689"/>
                      <a:pt x="47888" y="62689"/>
                      <a:pt x="42090" y="61217"/>
                    </a:cubicBezTo>
                    <a:cubicBezTo>
                      <a:pt x="36514" y="59798"/>
                      <a:pt x="30894" y="56988"/>
                      <a:pt x="27174" y="52706"/>
                    </a:cubicBezTo>
                    <a:cubicBezTo>
                      <a:pt x="23481" y="48451"/>
                      <a:pt x="22062" y="43205"/>
                      <a:pt x="20608" y="37746"/>
                    </a:cubicBezTo>
                    <a:cubicBezTo>
                      <a:pt x="18636" y="30350"/>
                      <a:pt x="18654" y="22250"/>
                      <a:pt x="16058" y="15033"/>
                    </a:cubicBezTo>
                    <a:cubicBezTo>
                      <a:pt x="15907" y="14614"/>
                      <a:pt x="15746" y="14194"/>
                      <a:pt x="15568" y="13784"/>
                    </a:cubicBezTo>
                    <a:cubicBezTo>
                      <a:pt x="12802" y="7218"/>
                      <a:pt x="7458" y="947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7"/>
              <p:cNvSpPr/>
              <p:nvPr/>
            </p:nvSpPr>
            <p:spPr>
              <a:xfrm flipH="1" rot="1626522">
                <a:off x="2875590" y="-2511666"/>
                <a:ext cx="7038114" cy="3999943"/>
              </a:xfrm>
              <a:custGeom>
                <a:rect b="b" l="l" r="r" t="t"/>
                <a:pathLst>
                  <a:path extrusionOk="0" fill="none" h="78497" w="89416">
                    <a:moveTo>
                      <a:pt x="89416" y="78497"/>
                    </a:moveTo>
                    <a:cubicBezTo>
                      <a:pt x="87899" y="77230"/>
                      <a:pt x="86454" y="75624"/>
                      <a:pt x="84920" y="74134"/>
                    </a:cubicBezTo>
                    <a:cubicBezTo>
                      <a:pt x="83501" y="72761"/>
                      <a:pt x="81994" y="71494"/>
                      <a:pt x="80370" y="70361"/>
                    </a:cubicBezTo>
                    <a:cubicBezTo>
                      <a:pt x="74830" y="66534"/>
                      <a:pt x="68095" y="64580"/>
                      <a:pt x="61332" y="63456"/>
                    </a:cubicBezTo>
                    <a:cubicBezTo>
                      <a:pt x="60458" y="63304"/>
                      <a:pt x="59575" y="63171"/>
                      <a:pt x="58701" y="63046"/>
                    </a:cubicBezTo>
                    <a:cubicBezTo>
                      <a:pt x="52840" y="62216"/>
                      <a:pt x="46773" y="62127"/>
                      <a:pt x="41082" y="60619"/>
                    </a:cubicBezTo>
                    <a:cubicBezTo>
                      <a:pt x="35479" y="59129"/>
                      <a:pt x="29868" y="56203"/>
                      <a:pt x="26299" y="51752"/>
                    </a:cubicBezTo>
                    <a:cubicBezTo>
                      <a:pt x="22758" y="47327"/>
                      <a:pt x="21660" y="41921"/>
                      <a:pt x="20376" y="36390"/>
                    </a:cubicBezTo>
                    <a:cubicBezTo>
                      <a:pt x="18699" y="29155"/>
                      <a:pt x="18556" y="21295"/>
                      <a:pt x="15889" y="14337"/>
                    </a:cubicBezTo>
                    <a:cubicBezTo>
                      <a:pt x="15728" y="13936"/>
                      <a:pt x="15567" y="13525"/>
                      <a:pt x="15389" y="13133"/>
                    </a:cubicBezTo>
                    <a:cubicBezTo>
                      <a:pt x="12570" y="6790"/>
                      <a:pt x="7235" y="857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7"/>
              <p:cNvSpPr/>
              <p:nvPr/>
            </p:nvSpPr>
            <p:spPr>
              <a:xfrm flipH="1" rot="1626522">
                <a:off x="2900997" y="-2555552"/>
                <a:ext cx="6856368" cy="3993166"/>
              </a:xfrm>
              <a:custGeom>
                <a:rect b="b" l="l" r="r" t="t"/>
                <a:pathLst>
                  <a:path extrusionOk="0" fill="none" h="78364" w="87107">
                    <a:moveTo>
                      <a:pt x="87106" y="78363"/>
                    </a:moveTo>
                    <a:cubicBezTo>
                      <a:pt x="85688" y="77016"/>
                      <a:pt x="84332" y="75392"/>
                      <a:pt x="82869" y="73885"/>
                    </a:cubicBezTo>
                    <a:cubicBezTo>
                      <a:pt x="81521" y="72484"/>
                      <a:pt x="80085" y="71191"/>
                      <a:pt x="78506" y="70049"/>
                    </a:cubicBezTo>
                    <a:cubicBezTo>
                      <a:pt x="73154" y="66150"/>
                      <a:pt x="66543" y="64179"/>
                      <a:pt x="59915" y="63028"/>
                    </a:cubicBezTo>
                    <a:cubicBezTo>
                      <a:pt x="59058" y="62885"/>
                      <a:pt x="58193" y="62742"/>
                      <a:pt x="57337" y="62617"/>
                    </a:cubicBezTo>
                    <a:cubicBezTo>
                      <a:pt x="51582" y="61761"/>
                      <a:pt x="45641" y="61574"/>
                      <a:pt x="40065" y="60030"/>
                    </a:cubicBezTo>
                    <a:cubicBezTo>
                      <a:pt x="34436" y="58469"/>
                      <a:pt x="28834" y="55436"/>
                      <a:pt x="25426" y="50806"/>
                    </a:cubicBezTo>
                    <a:cubicBezTo>
                      <a:pt x="22036" y="46221"/>
                      <a:pt x="21242" y="40654"/>
                      <a:pt x="20136" y="35034"/>
                    </a:cubicBezTo>
                    <a:cubicBezTo>
                      <a:pt x="18744" y="27977"/>
                      <a:pt x="18441" y="20350"/>
                      <a:pt x="15711" y="13650"/>
                    </a:cubicBezTo>
                    <a:cubicBezTo>
                      <a:pt x="15550" y="13258"/>
                      <a:pt x="15381" y="12865"/>
                      <a:pt x="15202" y="12481"/>
                    </a:cubicBezTo>
                    <a:cubicBezTo>
                      <a:pt x="12321" y="6371"/>
                      <a:pt x="7004" y="786"/>
                      <a:pt x="1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7"/>
              <p:cNvSpPr/>
              <p:nvPr/>
            </p:nvSpPr>
            <p:spPr>
              <a:xfrm flipH="1" rot="1626522">
                <a:off x="2951732" y="-2642184"/>
                <a:ext cx="6493978" cy="3978134"/>
              </a:xfrm>
              <a:custGeom>
                <a:rect b="b" l="l" r="r" t="t"/>
                <a:pathLst>
                  <a:path extrusionOk="0" fill="none" h="78069" w="82503">
                    <a:moveTo>
                      <a:pt x="82503" y="78069"/>
                    </a:moveTo>
                    <a:cubicBezTo>
                      <a:pt x="81298" y="76570"/>
                      <a:pt x="80094" y="74902"/>
                      <a:pt x="78782" y="73349"/>
                    </a:cubicBezTo>
                    <a:cubicBezTo>
                      <a:pt x="77578" y="71922"/>
                      <a:pt x="76267" y="70575"/>
                      <a:pt x="74804" y="69388"/>
                    </a:cubicBezTo>
                    <a:cubicBezTo>
                      <a:pt x="69835" y="65365"/>
                      <a:pt x="63456" y="63367"/>
                      <a:pt x="57095" y="62171"/>
                    </a:cubicBezTo>
                    <a:cubicBezTo>
                      <a:pt x="56275" y="62011"/>
                      <a:pt x="55445" y="61868"/>
                      <a:pt x="54615" y="61734"/>
                    </a:cubicBezTo>
                    <a:cubicBezTo>
                      <a:pt x="49084" y="60833"/>
                      <a:pt x="43402" y="60450"/>
                      <a:pt x="38058" y="58835"/>
                    </a:cubicBezTo>
                    <a:cubicBezTo>
                      <a:pt x="32366" y="57122"/>
                      <a:pt x="26782" y="53866"/>
                      <a:pt x="23677" y="48897"/>
                    </a:cubicBezTo>
                    <a:cubicBezTo>
                      <a:pt x="20599" y="43973"/>
                      <a:pt x="20394" y="38103"/>
                      <a:pt x="19672" y="32313"/>
                    </a:cubicBezTo>
                    <a:cubicBezTo>
                      <a:pt x="18824" y="25586"/>
                      <a:pt x="18235" y="18450"/>
                      <a:pt x="15363" y="12249"/>
                    </a:cubicBezTo>
                    <a:cubicBezTo>
                      <a:pt x="15193" y="11893"/>
                      <a:pt x="15024" y="11536"/>
                      <a:pt x="14836" y="11179"/>
                    </a:cubicBezTo>
                    <a:cubicBezTo>
                      <a:pt x="11839" y="5514"/>
                      <a:pt x="6558" y="616"/>
                      <a:pt x="1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7"/>
              <p:cNvSpPr/>
              <p:nvPr/>
            </p:nvSpPr>
            <p:spPr>
              <a:xfrm flipH="1" rot="1626522">
                <a:off x="2977036" y="-2685724"/>
                <a:ext cx="6312074" cy="3970847"/>
              </a:xfrm>
              <a:custGeom>
                <a:rect b="b" l="l" r="r" t="t"/>
                <a:pathLst>
                  <a:path extrusionOk="0" fill="none" h="77926" w="80192">
                    <a:moveTo>
                      <a:pt x="80192" y="77926"/>
                    </a:moveTo>
                    <a:cubicBezTo>
                      <a:pt x="79086" y="76347"/>
                      <a:pt x="77970" y="74661"/>
                      <a:pt x="76739" y="73091"/>
                    </a:cubicBezTo>
                    <a:cubicBezTo>
                      <a:pt x="75597" y="71637"/>
                      <a:pt x="74348" y="70272"/>
                      <a:pt x="72939" y="69067"/>
                    </a:cubicBezTo>
                    <a:cubicBezTo>
                      <a:pt x="68166" y="64973"/>
                      <a:pt x="61904" y="62956"/>
                      <a:pt x="55677" y="61743"/>
                    </a:cubicBezTo>
                    <a:cubicBezTo>
                      <a:pt x="54874" y="61583"/>
                      <a:pt x="54062" y="61431"/>
                      <a:pt x="53250" y="61297"/>
                    </a:cubicBezTo>
                    <a:cubicBezTo>
                      <a:pt x="47826" y="60360"/>
                      <a:pt x="42277" y="59879"/>
                      <a:pt x="37041" y="58237"/>
                    </a:cubicBezTo>
                    <a:cubicBezTo>
                      <a:pt x="31322" y="56444"/>
                      <a:pt x="25747" y="53081"/>
                      <a:pt x="22794" y="47942"/>
                    </a:cubicBezTo>
                    <a:cubicBezTo>
                      <a:pt x="19868" y="42848"/>
                      <a:pt x="19948" y="36827"/>
                      <a:pt x="19422" y="30957"/>
                    </a:cubicBezTo>
                    <a:cubicBezTo>
                      <a:pt x="18842" y="24391"/>
                      <a:pt x="18128" y="17495"/>
                      <a:pt x="15184" y="11554"/>
                    </a:cubicBezTo>
                    <a:cubicBezTo>
                      <a:pt x="15015" y="11206"/>
                      <a:pt x="14827" y="10867"/>
                      <a:pt x="14640" y="10528"/>
                    </a:cubicBezTo>
                    <a:cubicBezTo>
                      <a:pt x="11589" y="5086"/>
                      <a:pt x="6326" y="536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7"/>
              <p:cNvSpPr/>
              <p:nvPr/>
            </p:nvSpPr>
            <p:spPr>
              <a:xfrm flipH="1" rot="1626522">
                <a:off x="3002278" y="-2729117"/>
                <a:ext cx="6130879" cy="3963611"/>
              </a:xfrm>
              <a:custGeom>
                <a:rect b="b" l="l" r="r" t="t"/>
                <a:pathLst>
                  <a:path extrusionOk="0" fill="none" h="77784" w="77890">
                    <a:moveTo>
                      <a:pt x="77890" y="77783"/>
                    </a:moveTo>
                    <a:cubicBezTo>
                      <a:pt x="76891" y="76124"/>
                      <a:pt x="75856" y="74420"/>
                      <a:pt x="74696" y="72823"/>
                    </a:cubicBezTo>
                    <a:cubicBezTo>
                      <a:pt x="73626" y="71351"/>
                      <a:pt x="72439" y="69968"/>
                      <a:pt x="71083" y="68737"/>
                    </a:cubicBezTo>
                    <a:cubicBezTo>
                      <a:pt x="66507" y="64580"/>
                      <a:pt x="60360" y="62546"/>
                      <a:pt x="54267" y="61306"/>
                    </a:cubicBezTo>
                    <a:cubicBezTo>
                      <a:pt x="53482" y="61145"/>
                      <a:pt x="52688" y="60994"/>
                      <a:pt x="51894" y="60851"/>
                    </a:cubicBezTo>
                    <a:cubicBezTo>
                      <a:pt x="46577" y="59896"/>
                      <a:pt x="41153" y="59308"/>
                      <a:pt x="36032" y="57639"/>
                    </a:cubicBezTo>
                    <a:cubicBezTo>
                      <a:pt x="30287" y="55766"/>
                      <a:pt x="24730" y="52305"/>
                      <a:pt x="21928" y="46988"/>
                    </a:cubicBezTo>
                    <a:cubicBezTo>
                      <a:pt x="19154" y="41724"/>
                      <a:pt x="19502" y="35551"/>
                      <a:pt x="19190" y="29592"/>
                    </a:cubicBezTo>
                    <a:cubicBezTo>
                      <a:pt x="18859" y="23195"/>
                      <a:pt x="18021" y="16540"/>
                      <a:pt x="15014" y="10858"/>
                    </a:cubicBezTo>
                    <a:cubicBezTo>
                      <a:pt x="14836" y="10519"/>
                      <a:pt x="14649" y="10198"/>
                      <a:pt x="14461" y="9868"/>
                    </a:cubicBezTo>
                    <a:cubicBezTo>
                      <a:pt x="11348" y="4658"/>
                      <a:pt x="6102" y="447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3" name="Google Shape;113;p7"/>
            <p:cNvSpPr/>
            <p:nvPr/>
          </p:nvSpPr>
          <p:spPr>
            <a:xfrm flipH="1" rot="1626522">
              <a:off x="3027918" y="-2772880"/>
              <a:ext cx="5949054" cy="3956324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" name="Google Shape;114;p7"/>
          <p:cNvSpPr/>
          <p:nvPr>
            <p:ph idx="2" type="pic"/>
          </p:nvPr>
        </p:nvSpPr>
        <p:spPr>
          <a:xfrm>
            <a:off x="715973" y="1651350"/>
            <a:ext cx="3268500" cy="260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5" name="Google Shape;115;p7"/>
          <p:cNvSpPr txBox="1"/>
          <p:nvPr>
            <p:ph idx="1" type="body"/>
          </p:nvPr>
        </p:nvSpPr>
        <p:spPr>
          <a:xfrm>
            <a:off x="4276625" y="1820750"/>
            <a:ext cx="4151400" cy="21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p7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type="title"/>
          </p:nvPr>
        </p:nvSpPr>
        <p:spPr>
          <a:xfrm>
            <a:off x="1537050" y="1301250"/>
            <a:ext cx="6069900" cy="2541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19" name="Google Shape;119;p8"/>
          <p:cNvGrpSpPr/>
          <p:nvPr/>
        </p:nvGrpSpPr>
        <p:grpSpPr>
          <a:xfrm flipH="1" rot="-456924">
            <a:off x="-1465175" y="1694432"/>
            <a:ext cx="13080739" cy="6132081"/>
            <a:chOff x="-646164" y="1578382"/>
            <a:chExt cx="11382114" cy="6131978"/>
          </a:xfrm>
        </p:grpSpPr>
        <p:sp>
          <p:nvSpPr>
            <p:cNvPr id="120" name="Google Shape;120;p8"/>
            <p:cNvSpPr/>
            <p:nvPr/>
          </p:nvSpPr>
          <p:spPr>
            <a:xfrm flipH="1" rot="832380">
              <a:off x="794617" y="1982448"/>
              <a:ext cx="8500553" cy="4596135"/>
            </a:xfrm>
            <a:custGeom>
              <a:rect b="b" l="l" r="r" t="t"/>
              <a:pathLst>
                <a:path extrusionOk="0" fill="none" h="80121" w="96482">
                  <a:moveTo>
                    <a:pt x="1" y="2410"/>
                  </a:moveTo>
                  <a:cubicBezTo>
                    <a:pt x="8601" y="1"/>
                    <a:pt x="18093" y="3195"/>
                    <a:pt x="24819" y="9065"/>
                  </a:cubicBezTo>
                  <a:cubicBezTo>
                    <a:pt x="33303" y="16469"/>
                    <a:pt x="36345" y="26550"/>
                    <a:pt x="40600" y="36550"/>
                  </a:cubicBezTo>
                  <a:cubicBezTo>
                    <a:pt x="42929" y="42010"/>
                    <a:pt x="46372" y="46952"/>
                    <a:pt x="51582" y="49985"/>
                  </a:cubicBezTo>
                  <a:cubicBezTo>
                    <a:pt x="57149" y="53232"/>
                    <a:pt x="64143" y="53366"/>
                    <a:pt x="70352" y="54294"/>
                  </a:cubicBezTo>
                  <a:cubicBezTo>
                    <a:pt x="76686" y="55240"/>
                    <a:pt x="82253" y="58853"/>
                    <a:pt x="86553" y="63492"/>
                  </a:cubicBezTo>
                  <a:cubicBezTo>
                    <a:pt x="90969" y="68246"/>
                    <a:pt x="94064" y="74090"/>
                    <a:pt x="96482" y="8012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8"/>
            <p:cNvSpPr/>
            <p:nvPr/>
          </p:nvSpPr>
          <p:spPr>
            <a:xfrm flipH="1" rot="832380">
              <a:off x="1040572" y="2023963"/>
              <a:ext cx="8240378" cy="4605829"/>
            </a:xfrm>
            <a:custGeom>
              <a:rect b="b" l="l" r="r" t="t"/>
              <a:pathLst>
                <a:path extrusionOk="0" fill="none" h="80290" w="93529">
                  <a:moveTo>
                    <a:pt x="0" y="2374"/>
                  </a:moveTo>
                  <a:cubicBezTo>
                    <a:pt x="8475" y="1"/>
                    <a:pt x="17806" y="3239"/>
                    <a:pt x="24381" y="9038"/>
                  </a:cubicBezTo>
                  <a:cubicBezTo>
                    <a:pt x="32705" y="16371"/>
                    <a:pt x="35720" y="26157"/>
                    <a:pt x="39556" y="36095"/>
                  </a:cubicBezTo>
                  <a:cubicBezTo>
                    <a:pt x="41849" y="42018"/>
                    <a:pt x="45239" y="47594"/>
                    <a:pt x="50752" y="50966"/>
                  </a:cubicBezTo>
                  <a:cubicBezTo>
                    <a:pt x="56051" y="54205"/>
                    <a:pt x="62786" y="54374"/>
                    <a:pt x="68719" y="55373"/>
                  </a:cubicBezTo>
                  <a:cubicBezTo>
                    <a:pt x="74803" y="56426"/>
                    <a:pt x="80120" y="60021"/>
                    <a:pt x="84259" y="64553"/>
                  </a:cubicBezTo>
                  <a:cubicBezTo>
                    <a:pt x="88399" y="69085"/>
                    <a:pt x="91316" y="74643"/>
                    <a:pt x="93528" y="8029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8"/>
            <p:cNvSpPr/>
            <p:nvPr/>
          </p:nvSpPr>
          <p:spPr>
            <a:xfrm flipH="1" rot="832380">
              <a:off x="1534150" y="2107164"/>
              <a:ext cx="7718532" cy="4625276"/>
            </a:xfrm>
            <a:custGeom>
              <a:rect b="b" l="l" r="r" t="t"/>
              <a:pathLst>
                <a:path extrusionOk="0" fill="none" h="80629" w="87606">
                  <a:moveTo>
                    <a:pt x="1" y="2312"/>
                  </a:moveTo>
                  <a:cubicBezTo>
                    <a:pt x="8235" y="1"/>
                    <a:pt x="17227" y="3320"/>
                    <a:pt x="23517" y="8984"/>
                  </a:cubicBezTo>
                  <a:cubicBezTo>
                    <a:pt x="31501" y="16175"/>
                    <a:pt x="34365" y="25426"/>
                    <a:pt x="37478" y="35203"/>
                  </a:cubicBezTo>
                  <a:cubicBezTo>
                    <a:pt x="39664" y="42063"/>
                    <a:pt x="42982" y="48852"/>
                    <a:pt x="49093" y="52911"/>
                  </a:cubicBezTo>
                  <a:cubicBezTo>
                    <a:pt x="53884" y="56087"/>
                    <a:pt x="60084" y="56355"/>
                    <a:pt x="65463" y="57541"/>
                  </a:cubicBezTo>
                  <a:cubicBezTo>
                    <a:pt x="71048" y="58772"/>
                    <a:pt x="75847" y="62359"/>
                    <a:pt x="79657" y="66676"/>
                  </a:cubicBezTo>
                  <a:cubicBezTo>
                    <a:pt x="83270" y="70762"/>
                    <a:pt x="85830" y="75758"/>
                    <a:pt x="87605" y="80629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8"/>
            <p:cNvSpPr/>
            <p:nvPr/>
          </p:nvSpPr>
          <p:spPr>
            <a:xfrm flipH="1" rot="832380">
              <a:off x="1780172" y="2148692"/>
              <a:ext cx="7458358" cy="4635028"/>
            </a:xfrm>
            <a:custGeom>
              <a:rect b="b" l="l" r="r" t="t"/>
              <a:pathLst>
                <a:path extrusionOk="0" fill="none" h="80799" w="84653">
                  <a:moveTo>
                    <a:pt x="1" y="2284"/>
                  </a:moveTo>
                  <a:cubicBezTo>
                    <a:pt x="8119" y="1"/>
                    <a:pt x="16933" y="3364"/>
                    <a:pt x="23089" y="8957"/>
                  </a:cubicBezTo>
                  <a:cubicBezTo>
                    <a:pt x="30903" y="16076"/>
                    <a:pt x="33642" y="25087"/>
                    <a:pt x="36435" y="34757"/>
                  </a:cubicBezTo>
                  <a:cubicBezTo>
                    <a:pt x="38558" y="42090"/>
                    <a:pt x="41850" y="49477"/>
                    <a:pt x="48264" y="53883"/>
                  </a:cubicBezTo>
                  <a:cubicBezTo>
                    <a:pt x="52814" y="57015"/>
                    <a:pt x="58728" y="57354"/>
                    <a:pt x="63840" y="58621"/>
                  </a:cubicBezTo>
                  <a:cubicBezTo>
                    <a:pt x="69175" y="59950"/>
                    <a:pt x="73707" y="63527"/>
                    <a:pt x="77364" y="67738"/>
                  </a:cubicBezTo>
                  <a:cubicBezTo>
                    <a:pt x="80710" y="71592"/>
                    <a:pt x="83083" y="76311"/>
                    <a:pt x="84653" y="80798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8"/>
            <p:cNvSpPr/>
            <p:nvPr/>
          </p:nvSpPr>
          <p:spPr>
            <a:xfrm flipH="1" rot="832380">
              <a:off x="2272950" y="2231837"/>
              <a:ext cx="6937216" cy="4654417"/>
            </a:xfrm>
            <a:custGeom>
              <a:rect b="b" l="l" r="r" t="t"/>
              <a:pathLst>
                <a:path extrusionOk="0" fill="none" h="81137" w="78738">
                  <a:moveTo>
                    <a:pt x="1" y="2213"/>
                  </a:moveTo>
                  <a:cubicBezTo>
                    <a:pt x="7878" y="0"/>
                    <a:pt x="16353" y="3444"/>
                    <a:pt x="22214" y="8903"/>
                  </a:cubicBezTo>
                  <a:cubicBezTo>
                    <a:pt x="29708" y="15879"/>
                    <a:pt x="32134" y="24426"/>
                    <a:pt x="34356" y="33864"/>
                  </a:cubicBezTo>
                  <a:cubicBezTo>
                    <a:pt x="36309" y="42170"/>
                    <a:pt x="39610" y="50698"/>
                    <a:pt x="46604" y="55828"/>
                  </a:cubicBezTo>
                  <a:cubicBezTo>
                    <a:pt x="50681" y="58825"/>
                    <a:pt x="56025" y="59343"/>
                    <a:pt x="60583" y="60788"/>
                  </a:cubicBezTo>
                  <a:cubicBezTo>
                    <a:pt x="65419" y="62313"/>
                    <a:pt x="69433" y="65864"/>
                    <a:pt x="72770" y="69860"/>
                  </a:cubicBezTo>
                  <a:cubicBezTo>
                    <a:pt x="75589" y="73259"/>
                    <a:pt x="77596" y="77416"/>
                    <a:pt x="78738" y="81137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8"/>
            <p:cNvSpPr/>
            <p:nvPr/>
          </p:nvSpPr>
          <p:spPr>
            <a:xfrm flipH="1" rot="832380">
              <a:off x="2519881" y="2272960"/>
              <a:ext cx="6676337" cy="4664686"/>
            </a:xfrm>
            <a:custGeom>
              <a:rect b="b" l="l" r="r" t="t"/>
              <a:pathLst>
                <a:path extrusionOk="0" fill="none" h="81316" w="75777">
                  <a:moveTo>
                    <a:pt x="1" y="2195"/>
                  </a:moveTo>
                  <a:cubicBezTo>
                    <a:pt x="7762" y="1"/>
                    <a:pt x="16068" y="3489"/>
                    <a:pt x="21786" y="8886"/>
                  </a:cubicBezTo>
                  <a:cubicBezTo>
                    <a:pt x="29101" y="15791"/>
                    <a:pt x="31358" y="24114"/>
                    <a:pt x="33312" y="33419"/>
                  </a:cubicBezTo>
                  <a:cubicBezTo>
                    <a:pt x="35168" y="42224"/>
                    <a:pt x="38495" y="51306"/>
                    <a:pt x="45775" y="56810"/>
                  </a:cubicBezTo>
                  <a:cubicBezTo>
                    <a:pt x="49629" y="59727"/>
                    <a:pt x="54678" y="60360"/>
                    <a:pt x="58960" y="61877"/>
                  </a:cubicBezTo>
                  <a:cubicBezTo>
                    <a:pt x="63537" y="63509"/>
                    <a:pt x="67301" y="67033"/>
                    <a:pt x="70468" y="70941"/>
                  </a:cubicBezTo>
                  <a:cubicBezTo>
                    <a:pt x="73029" y="74090"/>
                    <a:pt x="74849" y="77979"/>
                    <a:pt x="75776" y="81316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8"/>
            <p:cNvSpPr/>
            <p:nvPr/>
          </p:nvSpPr>
          <p:spPr>
            <a:xfrm flipH="1" rot="832380">
              <a:off x="3012652" y="2356003"/>
              <a:ext cx="6154403" cy="4684132"/>
            </a:xfrm>
            <a:custGeom>
              <a:rect b="b" l="l" r="r" t="t"/>
              <a:pathLst>
                <a:path extrusionOk="0" fill="none" h="81655" w="69853">
                  <a:moveTo>
                    <a:pt x="0" y="2132"/>
                  </a:moveTo>
                  <a:cubicBezTo>
                    <a:pt x="7512" y="0"/>
                    <a:pt x="15479" y="3578"/>
                    <a:pt x="20911" y="8823"/>
                  </a:cubicBezTo>
                  <a:cubicBezTo>
                    <a:pt x="27897" y="15594"/>
                    <a:pt x="29743" y="23471"/>
                    <a:pt x="31224" y="32526"/>
                  </a:cubicBezTo>
                  <a:cubicBezTo>
                    <a:pt x="32830" y="42330"/>
                    <a:pt x="36273" y="52474"/>
                    <a:pt x="44106" y="58763"/>
                  </a:cubicBezTo>
                  <a:cubicBezTo>
                    <a:pt x="47523" y="61502"/>
                    <a:pt x="51966" y="62367"/>
                    <a:pt x="55695" y="64044"/>
                  </a:cubicBezTo>
                  <a:cubicBezTo>
                    <a:pt x="59780" y="65882"/>
                    <a:pt x="63019" y="69352"/>
                    <a:pt x="65865" y="73063"/>
                  </a:cubicBezTo>
                  <a:cubicBezTo>
                    <a:pt x="67916" y="75740"/>
                    <a:pt x="69344" y="79085"/>
                    <a:pt x="69852" y="81654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8"/>
            <p:cNvSpPr/>
            <p:nvPr/>
          </p:nvSpPr>
          <p:spPr>
            <a:xfrm flipH="1" rot="832380">
              <a:off x="3259474" y="2397633"/>
              <a:ext cx="5893436" cy="4693827"/>
            </a:xfrm>
            <a:custGeom>
              <a:rect b="b" l="l" r="r" t="t"/>
              <a:pathLst>
                <a:path extrusionOk="0" fill="none" h="81824" w="66891">
                  <a:moveTo>
                    <a:pt x="1" y="2096"/>
                  </a:moveTo>
                  <a:cubicBezTo>
                    <a:pt x="7387" y="0"/>
                    <a:pt x="15184" y="3613"/>
                    <a:pt x="20475" y="8796"/>
                  </a:cubicBezTo>
                  <a:cubicBezTo>
                    <a:pt x="27290" y="15496"/>
                    <a:pt x="28923" y="23159"/>
                    <a:pt x="30190" y="32080"/>
                  </a:cubicBezTo>
                  <a:cubicBezTo>
                    <a:pt x="31644" y="42384"/>
                    <a:pt x="35185" y="53035"/>
                    <a:pt x="43277" y="59735"/>
                  </a:cubicBezTo>
                  <a:cubicBezTo>
                    <a:pt x="46479" y="62385"/>
                    <a:pt x="50610" y="63375"/>
                    <a:pt x="54062" y="65123"/>
                  </a:cubicBezTo>
                  <a:cubicBezTo>
                    <a:pt x="57898" y="67068"/>
                    <a:pt x="60896" y="70512"/>
                    <a:pt x="63563" y="74125"/>
                  </a:cubicBezTo>
                  <a:cubicBezTo>
                    <a:pt x="65365" y="76560"/>
                    <a:pt x="66605" y="79638"/>
                    <a:pt x="66891" y="81823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8"/>
            <p:cNvSpPr/>
            <p:nvPr/>
          </p:nvSpPr>
          <p:spPr>
            <a:xfrm flipH="1" rot="832380">
              <a:off x="3505449" y="2520751"/>
              <a:ext cx="5633261" cy="4703579"/>
            </a:xfrm>
            <a:custGeom>
              <a:rect b="b" l="l" r="r" t="t"/>
              <a:pathLst>
                <a:path extrusionOk="0" fill="none" h="81994" w="63938">
                  <a:moveTo>
                    <a:pt x="0" y="2061"/>
                  </a:moveTo>
                  <a:cubicBezTo>
                    <a:pt x="7271" y="1"/>
                    <a:pt x="14898" y="3658"/>
                    <a:pt x="20046" y="8770"/>
                  </a:cubicBezTo>
                  <a:cubicBezTo>
                    <a:pt x="26692" y="15398"/>
                    <a:pt x="28092" y="22838"/>
                    <a:pt x="29145" y="31635"/>
                  </a:cubicBezTo>
                  <a:cubicBezTo>
                    <a:pt x="30439" y="42438"/>
                    <a:pt x="34105" y="53589"/>
                    <a:pt x="42446" y="60708"/>
                  </a:cubicBezTo>
                  <a:cubicBezTo>
                    <a:pt x="45435" y="63260"/>
                    <a:pt x="49253" y="64384"/>
                    <a:pt x="52438" y="66203"/>
                  </a:cubicBezTo>
                  <a:cubicBezTo>
                    <a:pt x="56024" y="68255"/>
                    <a:pt x="58763" y="71672"/>
                    <a:pt x="61270" y="75187"/>
                  </a:cubicBezTo>
                  <a:cubicBezTo>
                    <a:pt x="62822" y="77373"/>
                    <a:pt x="63857" y="80192"/>
                    <a:pt x="63937" y="81994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8"/>
            <p:cNvSpPr/>
            <p:nvPr/>
          </p:nvSpPr>
          <p:spPr>
            <a:xfrm flipH="1" rot="832380">
              <a:off x="3968794" y="2600326"/>
              <a:ext cx="5142076" cy="4722968"/>
            </a:xfrm>
            <a:custGeom>
              <a:rect b="b" l="l" r="r" t="t"/>
              <a:pathLst>
                <a:path extrusionOk="0" fill="none" h="82332" w="58363">
                  <a:moveTo>
                    <a:pt x="1" y="1998"/>
                  </a:moveTo>
                  <a:cubicBezTo>
                    <a:pt x="7031" y="0"/>
                    <a:pt x="14319" y="3738"/>
                    <a:pt x="19172" y="8716"/>
                  </a:cubicBezTo>
                  <a:cubicBezTo>
                    <a:pt x="25497" y="15202"/>
                    <a:pt x="26407" y="22204"/>
                    <a:pt x="27067" y="30733"/>
                  </a:cubicBezTo>
                  <a:cubicBezTo>
                    <a:pt x="27968" y="42544"/>
                    <a:pt x="32001" y="54641"/>
                    <a:pt x="40788" y="62652"/>
                  </a:cubicBezTo>
                  <a:cubicBezTo>
                    <a:pt x="43366" y="65007"/>
                    <a:pt x="46542" y="66408"/>
                    <a:pt x="49182" y="68371"/>
                  </a:cubicBezTo>
                  <a:cubicBezTo>
                    <a:pt x="52260" y="70654"/>
                    <a:pt x="54526" y="73964"/>
                    <a:pt x="56667" y="77309"/>
                  </a:cubicBezTo>
                  <a:cubicBezTo>
                    <a:pt x="57747" y="78996"/>
                    <a:pt x="58362" y="81306"/>
                    <a:pt x="58023" y="823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8"/>
            <p:cNvSpPr/>
            <p:nvPr/>
          </p:nvSpPr>
          <p:spPr>
            <a:xfrm flipH="1" rot="832380">
              <a:off x="4424414" y="2678893"/>
              <a:ext cx="4658643" cy="4742472"/>
            </a:xfrm>
            <a:custGeom>
              <a:rect b="b" l="l" r="r" t="t"/>
              <a:pathLst>
                <a:path extrusionOk="0" fill="none" h="82672" w="52876">
                  <a:moveTo>
                    <a:pt x="0" y="1936"/>
                  </a:moveTo>
                  <a:cubicBezTo>
                    <a:pt x="6789" y="1"/>
                    <a:pt x="13739" y="3819"/>
                    <a:pt x="18306" y="8663"/>
                  </a:cubicBezTo>
                  <a:cubicBezTo>
                    <a:pt x="24292" y="15015"/>
                    <a:pt x="24694" y="21554"/>
                    <a:pt x="24979" y="29841"/>
                  </a:cubicBezTo>
                  <a:cubicBezTo>
                    <a:pt x="25425" y="42643"/>
                    <a:pt x="29975" y="55614"/>
                    <a:pt x="39128" y="64606"/>
                  </a:cubicBezTo>
                  <a:cubicBezTo>
                    <a:pt x="41305" y="66747"/>
                    <a:pt x="43821" y="68442"/>
                    <a:pt x="45926" y="70539"/>
                  </a:cubicBezTo>
                  <a:cubicBezTo>
                    <a:pt x="48477" y="73055"/>
                    <a:pt x="50360" y="76222"/>
                    <a:pt x="52073" y="79442"/>
                  </a:cubicBezTo>
                  <a:cubicBezTo>
                    <a:pt x="52697" y="80602"/>
                    <a:pt x="52875" y="82413"/>
                    <a:pt x="52108" y="8267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8"/>
            <p:cNvSpPr/>
            <p:nvPr/>
          </p:nvSpPr>
          <p:spPr>
            <a:xfrm flipH="1" rot="832380">
              <a:off x="4645527" y="2880040"/>
              <a:ext cx="4421288" cy="4759338"/>
            </a:xfrm>
            <a:custGeom>
              <a:rect b="b" l="l" r="r" t="t"/>
              <a:pathLst>
                <a:path extrusionOk="0" fill="none" h="82966" w="50182">
                  <a:moveTo>
                    <a:pt x="1" y="1909"/>
                  </a:moveTo>
                  <a:cubicBezTo>
                    <a:pt x="6674" y="0"/>
                    <a:pt x="13454" y="3863"/>
                    <a:pt x="17878" y="8636"/>
                  </a:cubicBezTo>
                  <a:cubicBezTo>
                    <a:pt x="23695" y="14916"/>
                    <a:pt x="23829" y="21223"/>
                    <a:pt x="23945" y="29395"/>
                  </a:cubicBezTo>
                  <a:cubicBezTo>
                    <a:pt x="24123" y="42687"/>
                    <a:pt x="29021" y="56060"/>
                    <a:pt x="38299" y="65579"/>
                  </a:cubicBezTo>
                  <a:cubicBezTo>
                    <a:pt x="40279" y="67612"/>
                    <a:pt x="42447" y="69468"/>
                    <a:pt x="44303" y="71618"/>
                  </a:cubicBezTo>
                  <a:cubicBezTo>
                    <a:pt x="46577" y="74259"/>
                    <a:pt x="48344" y="77319"/>
                    <a:pt x="49780" y="80503"/>
                  </a:cubicBezTo>
                  <a:cubicBezTo>
                    <a:pt x="50182" y="81404"/>
                    <a:pt x="50128" y="82966"/>
                    <a:pt x="49147" y="8284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8"/>
            <p:cNvSpPr/>
            <p:nvPr/>
          </p:nvSpPr>
          <p:spPr>
            <a:xfrm flipH="1" rot="832380">
              <a:off x="4664577" y="3057840"/>
              <a:ext cx="4421288" cy="4759338"/>
            </a:xfrm>
            <a:custGeom>
              <a:rect b="b" l="l" r="r" t="t"/>
              <a:pathLst>
                <a:path extrusionOk="0" fill="none" h="82966" w="50182">
                  <a:moveTo>
                    <a:pt x="1" y="1909"/>
                  </a:moveTo>
                  <a:cubicBezTo>
                    <a:pt x="6674" y="0"/>
                    <a:pt x="13454" y="3863"/>
                    <a:pt x="17878" y="8636"/>
                  </a:cubicBezTo>
                  <a:cubicBezTo>
                    <a:pt x="23695" y="14916"/>
                    <a:pt x="23829" y="21223"/>
                    <a:pt x="23945" y="29395"/>
                  </a:cubicBezTo>
                  <a:cubicBezTo>
                    <a:pt x="24123" y="42687"/>
                    <a:pt x="29021" y="56060"/>
                    <a:pt x="38299" y="65579"/>
                  </a:cubicBezTo>
                  <a:cubicBezTo>
                    <a:pt x="40279" y="67612"/>
                    <a:pt x="42447" y="69468"/>
                    <a:pt x="44303" y="71618"/>
                  </a:cubicBezTo>
                  <a:cubicBezTo>
                    <a:pt x="46577" y="74259"/>
                    <a:pt x="48344" y="77319"/>
                    <a:pt x="49780" y="80503"/>
                  </a:cubicBezTo>
                  <a:cubicBezTo>
                    <a:pt x="50182" y="81404"/>
                    <a:pt x="50128" y="82966"/>
                    <a:pt x="49147" y="8284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" name="Google Shape;133;p8"/>
          <p:cNvGrpSpPr/>
          <p:nvPr/>
        </p:nvGrpSpPr>
        <p:grpSpPr>
          <a:xfrm flipH="1" rot="1249416">
            <a:off x="-2168282" y="-2815733"/>
            <a:ext cx="5142455" cy="7160754"/>
            <a:chOff x="6493610" y="-1475440"/>
            <a:chExt cx="5142341" cy="7160595"/>
          </a:xfrm>
        </p:grpSpPr>
        <p:sp>
          <p:nvSpPr>
            <p:cNvPr id="134" name="Google Shape;134;p8"/>
            <p:cNvSpPr/>
            <p:nvPr/>
          </p:nvSpPr>
          <p:spPr>
            <a:xfrm rot="-749066">
              <a:off x="6788260" y="-988649"/>
              <a:ext cx="4627180" cy="5688244"/>
            </a:xfrm>
            <a:custGeom>
              <a:rect b="b" l="l" r="r" t="t"/>
              <a:pathLst>
                <a:path extrusionOk="0" fill="none" h="80121" w="96482">
                  <a:moveTo>
                    <a:pt x="1" y="2410"/>
                  </a:moveTo>
                  <a:cubicBezTo>
                    <a:pt x="8601" y="1"/>
                    <a:pt x="18093" y="3195"/>
                    <a:pt x="24819" y="9065"/>
                  </a:cubicBezTo>
                  <a:cubicBezTo>
                    <a:pt x="33303" y="16469"/>
                    <a:pt x="36345" y="26550"/>
                    <a:pt x="40600" y="36550"/>
                  </a:cubicBezTo>
                  <a:cubicBezTo>
                    <a:pt x="42929" y="42010"/>
                    <a:pt x="46372" y="46952"/>
                    <a:pt x="51582" y="49985"/>
                  </a:cubicBezTo>
                  <a:cubicBezTo>
                    <a:pt x="57149" y="53232"/>
                    <a:pt x="64143" y="53366"/>
                    <a:pt x="70352" y="54294"/>
                  </a:cubicBezTo>
                  <a:cubicBezTo>
                    <a:pt x="76686" y="55240"/>
                    <a:pt x="82253" y="58853"/>
                    <a:pt x="86553" y="63492"/>
                  </a:cubicBezTo>
                  <a:cubicBezTo>
                    <a:pt x="90969" y="68246"/>
                    <a:pt x="94064" y="74090"/>
                    <a:pt x="96482" y="8012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8"/>
            <p:cNvSpPr/>
            <p:nvPr/>
          </p:nvSpPr>
          <p:spPr>
            <a:xfrm rot="-749066">
              <a:off x="6790655" y="-954705"/>
              <a:ext cx="4485557" cy="5700243"/>
            </a:xfrm>
            <a:custGeom>
              <a:rect b="b" l="l" r="r" t="t"/>
              <a:pathLst>
                <a:path extrusionOk="0" fill="none" h="80290" w="93529">
                  <a:moveTo>
                    <a:pt x="0" y="2374"/>
                  </a:moveTo>
                  <a:cubicBezTo>
                    <a:pt x="8475" y="1"/>
                    <a:pt x="17806" y="3239"/>
                    <a:pt x="24381" y="9038"/>
                  </a:cubicBezTo>
                  <a:cubicBezTo>
                    <a:pt x="32705" y="16371"/>
                    <a:pt x="35720" y="26157"/>
                    <a:pt x="39556" y="36095"/>
                  </a:cubicBezTo>
                  <a:cubicBezTo>
                    <a:pt x="41849" y="42018"/>
                    <a:pt x="45239" y="47594"/>
                    <a:pt x="50752" y="50966"/>
                  </a:cubicBezTo>
                  <a:cubicBezTo>
                    <a:pt x="56051" y="54205"/>
                    <a:pt x="62786" y="54374"/>
                    <a:pt x="68719" y="55373"/>
                  </a:cubicBezTo>
                  <a:cubicBezTo>
                    <a:pt x="74803" y="56426"/>
                    <a:pt x="80120" y="60021"/>
                    <a:pt x="84259" y="64553"/>
                  </a:cubicBezTo>
                  <a:cubicBezTo>
                    <a:pt x="88399" y="69085"/>
                    <a:pt x="91316" y="74643"/>
                    <a:pt x="93528" y="8029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8"/>
            <p:cNvSpPr/>
            <p:nvPr/>
          </p:nvSpPr>
          <p:spPr>
            <a:xfrm rot="-749066">
              <a:off x="6795358" y="-886779"/>
              <a:ext cx="4201496" cy="5724310"/>
            </a:xfrm>
            <a:custGeom>
              <a:rect b="b" l="l" r="r" t="t"/>
              <a:pathLst>
                <a:path extrusionOk="0" fill="none" h="80629" w="87606">
                  <a:moveTo>
                    <a:pt x="1" y="2312"/>
                  </a:moveTo>
                  <a:cubicBezTo>
                    <a:pt x="8235" y="1"/>
                    <a:pt x="17227" y="3320"/>
                    <a:pt x="23517" y="8984"/>
                  </a:cubicBezTo>
                  <a:cubicBezTo>
                    <a:pt x="31501" y="16175"/>
                    <a:pt x="34365" y="25426"/>
                    <a:pt x="37478" y="35203"/>
                  </a:cubicBezTo>
                  <a:cubicBezTo>
                    <a:pt x="39664" y="42063"/>
                    <a:pt x="42982" y="48852"/>
                    <a:pt x="49093" y="52911"/>
                  </a:cubicBezTo>
                  <a:cubicBezTo>
                    <a:pt x="53884" y="56087"/>
                    <a:pt x="60084" y="56355"/>
                    <a:pt x="65463" y="57541"/>
                  </a:cubicBezTo>
                  <a:cubicBezTo>
                    <a:pt x="71048" y="58772"/>
                    <a:pt x="75847" y="62359"/>
                    <a:pt x="79657" y="66676"/>
                  </a:cubicBezTo>
                  <a:cubicBezTo>
                    <a:pt x="83270" y="70762"/>
                    <a:pt x="85830" y="75758"/>
                    <a:pt x="87605" y="80629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 rot="-749066">
              <a:off x="6800110" y="-818835"/>
              <a:ext cx="3917819" cy="5748378"/>
            </a:xfrm>
            <a:custGeom>
              <a:rect b="b" l="l" r="r" t="t"/>
              <a:pathLst>
                <a:path extrusionOk="0" fill="none" h="80968" w="81691">
                  <a:moveTo>
                    <a:pt x="0" y="2248"/>
                  </a:moveTo>
                  <a:cubicBezTo>
                    <a:pt x="7994" y="0"/>
                    <a:pt x="16647" y="3399"/>
                    <a:pt x="22651" y="8930"/>
                  </a:cubicBezTo>
                  <a:cubicBezTo>
                    <a:pt x="30305" y="15978"/>
                    <a:pt x="32901" y="24747"/>
                    <a:pt x="35399" y="34311"/>
                  </a:cubicBezTo>
                  <a:cubicBezTo>
                    <a:pt x="37442" y="42125"/>
                    <a:pt x="40725" y="50092"/>
                    <a:pt x="47434" y="54856"/>
                  </a:cubicBezTo>
                  <a:cubicBezTo>
                    <a:pt x="51742" y="57924"/>
                    <a:pt x="57380" y="58344"/>
                    <a:pt x="62216" y="59709"/>
                  </a:cubicBezTo>
                  <a:cubicBezTo>
                    <a:pt x="67292" y="61136"/>
                    <a:pt x="71574" y="64695"/>
                    <a:pt x="75062" y="68799"/>
                  </a:cubicBezTo>
                  <a:cubicBezTo>
                    <a:pt x="78149" y="72421"/>
                    <a:pt x="80334" y="76864"/>
                    <a:pt x="81690" y="80967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 rot="-749066">
              <a:off x="6802458" y="-784880"/>
              <a:ext cx="3776196" cy="5760376"/>
            </a:xfrm>
            <a:custGeom>
              <a:rect b="b" l="l" r="r" t="t"/>
              <a:pathLst>
                <a:path extrusionOk="0" fill="none" h="81137" w="78738">
                  <a:moveTo>
                    <a:pt x="1" y="2213"/>
                  </a:moveTo>
                  <a:cubicBezTo>
                    <a:pt x="7878" y="0"/>
                    <a:pt x="16353" y="3444"/>
                    <a:pt x="22214" y="8903"/>
                  </a:cubicBezTo>
                  <a:cubicBezTo>
                    <a:pt x="29708" y="15879"/>
                    <a:pt x="32134" y="24426"/>
                    <a:pt x="34356" y="33864"/>
                  </a:cubicBezTo>
                  <a:cubicBezTo>
                    <a:pt x="36309" y="42170"/>
                    <a:pt x="39610" y="50698"/>
                    <a:pt x="46604" y="55828"/>
                  </a:cubicBezTo>
                  <a:cubicBezTo>
                    <a:pt x="50681" y="58825"/>
                    <a:pt x="56025" y="59343"/>
                    <a:pt x="60583" y="60788"/>
                  </a:cubicBezTo>
                  <a:cubicBezTo>
                    <a:pt x="65419" y="62313"/>
                    <a:pt x="69433" y="65864"/>
                    <a:pt x="72770" y="69860"/>
                  </a:cubicBezTo>
                  <a:cubicBezTo>
                    <a:pt x="75589" y="73259"/>
                    <a:pt x="77596" y="77416"/>
                    <a:pt x="78738" y="81137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8"/>
            <p:cNvSpPr/>
            <p:nvPr/>
          </p:nvSpPr>
          <p:spPr>
            <a:xfrm rot="-749066">
              <a:off x="6807172" y="-717644"/>
              <a:ext cx="3492518" cy="5785083"/>
            </a:xfrm>
            <a:custGeom>
              <a:rect b="b" l="l" r="r" t="t"/>
              <a:pathLst>
                <a:path extrusionOk="0" fill="none" h="81485" w="72823">
                  <a:moveTo>
                    <a:pt x="0" y="2159"/>
                  </a:moveTo>
                  <a:cubicBezTo>
                    <a:pt x="7637" y="1"/>
                    <a:pt x="15773" y="3533"/>
                    <a:pt x="21348" y="8850"/>
                  </a:cubicBezTo>
                  <a:cubicBezTo>
                    <a:pt x="28503" y="15693"/>
                    <a:pt x="30564" y="23793"/>
                    <a:pt x="32277" y="32973"/>
                  </a:cubicBezTo>
                  <a:cubicBezTo>
                    <a:pt x="34007" y="42277"/>
                    <a:pt x="37379" y="51894"/>
                    <a:pt x="44944" y="57791"/>
                  </a:cubicBezTo>
                  <a:cubicBezTo>
                    <a:pt x="48575" y="60619"/>
                    <a:pt x="53321" y="61359"/>
                    <a:pt x="57327" y="62956"/>
                  </a:cubicBezTo>
                  <a:cubicBezTo>
                    <a:pt x="61663" y="64687"/>
                    <a:pt x="65160" y="68193"/>
                    <a:pt x="68166" y="72002"/>
                  </a:cubicBezTo>
                  <a:cubicBezTo>
                    <a:pt x="70477" y="74919"/>
                    <a:pt x="72100" y="78532"/>
                    <a:pt x="72823" y="81485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 rot="-749066">
              <a:off x="6809955" y="-683695"/>
              <a:ext cx="3350080" cy="5797152"/>
            </a:xfrm>
            <a:custGeom>
              <a:rect b="b" l="l" r="r" t="t"/>
              <a:pathLst>
                <a:path extrusionOk="0" fill="none" h="81655" w="69853">
                  <a:moveTo>
                    <a:pt x="0" y="2132"/>
                  </a:moveTo>
                  <a:cubicBezTo>
                    <a:pt x="7512" y="0"/>
                    <a:pt x="15479" y="3578"/>
                    <a:pt x="20911" y="8823"/>
                  </a:cubicBezTo>
                  <a:cubicBezTo>
                    <a:pt x="27897" y="15594"/>
                    <a:pt x="29743" y="23471"/>
                    <a:pt x="31224" y="32526"/>
                  </a:cubicBezTo>
                  <a:cubicBezTo>
                    <a:pt x="32830" y="42330"/>
                    <a:pt x="36273" y="52474"/>
                    <a:pt x="44106" y="58763"/>
                  </a:cubicBezTo>
                  <a:cubicBezTo>
                    <a:pt x="47523" y="61502"/>
                    <a:pt x="51966" y="62367"/>
                    <a:pt x="55695" y="64044"/>
                  </a:cubicBezTo>
                  <a:cubicBezTo>
                    <a:pt x="59780" y="65882"/>
                    <a:pt x="63019" y="69352"/>
                    <a:pt x="65865" y="73063"/>
                  </a:cubicBezTo>
                  <a:cubicBezTo>
                    <a:pt x="67916" y="75740"/>
                    <a:pt x="69344" y="79085"/>
                    <a:pt x="69852" y="81654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 rot="-749066">
              <a:off x="6814700" y="-615821"/>
              <a:ext cx="3066403" cy="5821219"/>
            </a:xfrm>
            <a:custGeom>
              <a:rect b="b" l="l" r="r" t="t"/>
              <a:pathLst>
                <a:path extrusionOk="0" fill="none" h="81994" w="63938">
                  <a:moveTo>
                    <a:pt x="0" y="2061"/>
                  </a:moveTo>
                  <a:cubicBezTo>
                    <a:pt x="7271" y="1"/>
                    <a:pt x="14898" y="3658"/>
                    <a:pt x="20046" y="8770"/>
                  </a:cubicBezTo>
                  <a:cubicBezTo>
                    <a:pt x="26692" y="15398"/>
                    <a:pt x="28092" y="22838"/>
                    <a:pt x="29145" y="31635"/>
                  </a:cubicBezTo>
                  <a:cubicBezTo>
                    <a:pt x="30439" y="42438"/>
                    <a:pt x="34105" y="53589"/>
                    <a:pt x="42446" y="60708"/>
                  </a:cubicBezTo>
                  <a:cubicBezTo>
                    <a:pt x="45435" y="63260"/>
                    <a:pt x="49253" y="64384"/>
                    <a:pt x="52438" y="66203"/>
                  </a:cubicBezTo>
                  <a:cubicBezTo>
                    <a:pt x="56024" y="68255"/>
                    <a:pt x="58763" y="71672"/>
                    <a:pt x="61270" y="75187"/>
                  </a:cubicBezTo>
                  <a:cubicBezTo>
                    <a:pt x="62822" y="77373"/>
                    <a:pt x="63857" y="80192"/>
                    <a:pt x="63937" y="81994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8"/>
            <p:cNvSpPr/>
            <p:nvPr/>
          </p:nvSpPr>
          <p:spPr>
            <a:xfrm rot="-749066">
              <a:off x="6816977" y="-582515"/>
              <a:ext cx="2930774" cy="5833218"/>
            </a:xfrm>
            <a:custGeom>
              <a:rect b="b" l="l" r="r" t="t"/>
              <a:pathLst>
                <a:path extrusionOk="0" fill="none" h="82163" w="61110">
                  <a:moveTo>
                    <a:pt x="0" y="2034"/>
                  </a:moveTo>
                  <a:cubicBezTo>
                    <a:pt x="7146" y="0"/>
                    <a:pt x="14613" y="3694"/>
                    <a:pt x="19609" y="8743"/>
                  </a:cubicBezTo>
                  <a:cubicBezTo>
                    <a:pt x="26094" y="15300"/>
                    <a:pt x="27254" y="22526"/>
                    <a:pt x="28102" y="31188"/>
                  </a:cubicBezTo>
                  <a:cubicBezTo>
                    <a:pt x="29217" y="42491"/>
                    <a:pt x="33044" y="54124"/>
                    <a:pt x="41617" y="61680"/>
                  </a:cubicBezTo>
                  <a:cubicBezTo>
                    <a:pt x="44400" y="64133"/>
                    <a:pt x="47898" y="65391"/>
                    <a:pt x="50815" y="67292"/>
                  </a:cubicBezTo>
                  <a:cubicBezTo>
                    <a:pt x="54142" y="69450"/>
                    <a:pt x="56640" y="72814"/>
                    <a:pt x="58969" y="76248"/>
                  </a:cubicBezTo>
                  <a:cubicBezTo>
                    <a:pt x="60280" y="78184"/>
                    <a:pt x="61110" y="80753"/>
                    <a:pt x="60976" y="82163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8"/>
            <p:cNvSpPr/>
            <p:nvPr/>
          </p:nvSpPr>
          <p:spPr>
            <a:xfrm rot="-749066">
              <a:off x="6819209" y="-549628"/>
              <a:ext cx="2799031" cy="5845216"/>
            </a:xfrm>
            <a:custGeom>
              <a:rect b="b" l="l" r="r" t="t"/>
              <a:pathLst>
                <a:path extrusionOk="0" fill="none" h="82332" w="58363">
                  <a:moveTo>
                    <a:pt x="1" y="1998"/>
                  </a:moveTo>
                  <a:cubicBezTo>
                    <a:pt x="7031" y="0"/>
                    <a:pt x="14319" y="3738"/>
                    <a:pt x="19172" y="8716"/>
                  </a:cubicBezTo>
                  <a:cubicBezTo>
                    <a:pt x="25497" y="15202"/>
                    <a:pt x="26407" y="22204"/>
                    <a:pt x="27067" y="30733"/>
                  </a:cubicBezTo>
                  <a:cubicBezTo>
                    <a:pt x="27968" y="42544"/>
                    <a:pt x="32001" y="54641"/>
                    <a:pt x="40788" y="62652"/>
                  </a:cubicBezTo>
                  <a:cubicBezTo>
                    <a:pt x="43366" y="65007"/>
                    <a:pt x="46542" y="66408"/>
                    <a:pt x="49182" y="68371"/>
                  </a:cubicBezTo>
                  <a:cubicBezTo>
                    <a:pt x="52260" y="70654"/>
                    <a:pt x="54526" y="73964"/>
                    <a:pt x="56667" y="77309"/>
                  </a:cubicBezTo>
                  <a:cubicBezTo>
                    <a:pt x="57747" y="78996"/>
                    <a:pt x="58362" y="81306"/>
                    <a:pt x="58023" y="823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 rot="-749066">
              <a:off x="6823714" y="-483973"/>
              <a:ext cx="2535880" cy="5869354"/>
            </a:xfrm>
            <a:custGeom>
              <a:rect b="b" l="l" r="r" t="t"/>
              <a:pathLst>
                <a:path extrusionOk="0" fill="none" h="82672" w="52876">
                  <a:moveTo>
                    <a:pt x="0" y="1936"/>
                  </a:moveTo>
                  <a:cubicBezTo>
                    <a:pt x="6789" y="1"/>
                    <a:pt x="13739" y="3819"/>
                    <a:pt x="18306" y="8663"/>
                  </a:cubicBezTo>
                  <a:cubicBezTo>
                    <a:pt x="24292" y="15015"/>
                    <a:pt x="24694" y="21554"/>
                    <a:pt x="24979" y="29841"/>
                  </a:cubicBezTo>
                  <a:cubicBezTo>
                    <a:pt x="25425" y="42643"/>
                    <a:pt x="29975" y="55614"/>
                    <a:pt x="39128" y="64606"/>
                  </a:cubicBezTo>
                  <a:cubicBezTo>
                    <a:pt x="41305" y="66747"/>
                    <a:pt x="43821" y="68442"/>
                    <a:pt x="45926" y="70539"/>
                  </a:cubicBezTo>
                  <a:cubicBezTo>
                    <a:pt x="48477" y="73055"/>
                    <a:pt x="50360" y="76222"/>
                    <a:pt x="52073" y="79442"/>
                  </a:cubicBezTo>
                  <a:cubicBezTo>
                    <a:pt x="52697" y="80602"/>
                    <a:pt x="52875" y="82413"/>
                    <a:pt x="52108" y="8267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 rot="-749066">
              <a:off x="6750145" y="-451382"/>
              <a:ext cx="2406679" cy="5890227"/>
            </a:xfrm>
            <a:custGeom>
              <a:rect b="b" l="l" r="r" t="t"/>
              <a:pathLst>
                <a:path extrusionOk="0" fill="none" h="82966" w="50182">
                  <a:moveTo>
                    <a:pt x="1" y="1909"/>
                  </a:moveTo>
                  <a:cubicBezTo>
                    <a:pt x="6674" y="0"/>
                    <a:pt x="13454" y="3863"/>
                    <a:pt x="17878" y="8636"/>
                  </a:cubicBezTo>
                  <a:cubicBezTo>
                    <a:pt x="23695" y="14916"/>
                    <a:pt x="23829" y="21223"/>
                    <a:pt x="23945" y="29395"/>
                  </a:cubicBezTo>
                  <a:cubicBezTo>
                    <a:pt x="24123" y="42687"/>
                    <a:pt x="29021" y="56060"/>
                    <a:pt x="38299" y="65579"/>
                  </a:cubicBezTo>
                  <a:cubicBezTo>
                    <a:pt x="40279" y="67612"/>
                    <a:pt x="42447" y="69468"/>
                    <a:pt x="44303" y="71618"/>
                  </a:cubicBezTo>
                  <a:cubicBezTo>
                    <a:pt x="46577" y="74259"/>
                    <a:pt x="48344" y="77319"/>
                    <a:pt x="49780" y="80503"/>
                  </a:cubicBezTo>
                  <a:cubicBezTo>
                    <a:pt x="50182" y="81404"/>
                    <a:pt x="50128" y="82966"/>
                    <a:pt x="49147" y="8284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8"/>
          <p:cNvGrpSpPr/>
          <p:nvPr/>
        </p:nvGrpSpPr>
        <p:grpSpPr>
          <a:xfrm rot="6879321">
            <a:off x="6390423" y="-2911999"/>
            <a:ext cx="3795488" cy="6969912"/>
            <a:chOff x="-905700" y="-825164"/>
            <a:chExt cx="3021607" cy="3684906"/>
          </a:xfrm>
        </p:grpSpPr>
        <p:sp>
          <p:nvSpPr>
            <p:cNvPr id="147" name="Google Shape;147;p8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8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type="title"/>
          </p:nvPr>
        </p:nvSpPr>
        <p:spPr>
          <a:xfrm>
            <a:off x="2448625" y="1268700"/>
            <a:ext cx="4246800" cy="112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0" name="Google Shape;160;p9"/>
          <p:cNvSpPr txBox="1"/>
          <p:nvPr>
            <p:ph idx="1" type="subTitle"/>
          </p:nvPr>
        </p:nvSpPr>
        <p:spPr>
          <a:xfrm>
            <a:off x="2448575" y="3165000"/>
            <a:ext cx="4246800" cy="7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10"/>
          <p:cNvSpPr txBox="1"/>
          <p:nvPr>
            <p:ph type="title"/>
          </p:nvPr>
        </p:nvSpPr>
        <p:spPr>
          <a:xfrm>
            <a:off x="715975" y="3408875"/>
            <a:ext cx="4122600" cy="12042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>
            <p:ph hasCustomPrompt="1" type="title"/>
          </p:nvPr>
        </p:nvSpPr>
        <p:spPr>
          <a:xfrm>
            <a:off x="1389425" y="1591048"/>
            <a:ext cx="6365400" cy="149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6" name="Google Shape;166;p11"/>
          <p:cNvSpPr txBox="1"/>
          <p:nvPr>
            <p:ph idx="1" type="subTitle"/>
          </p:nvPr>
        </p:nvSpPr>
        <p:spPr>
          <a:xfrm>
            <a:off x="1389425" y="3086250"/>
            <a:ext cx="63654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7" name="Google Shape;167;p11"/>
          <p:cNvGrpSpPr/>
          <p:nvPr/>
        </p:nvGrpSpPr>
        <p:grpSpPr>
          <a:xfrm rot="456924">
            <a:off x="-2703416" y="1694432"/>
            <a:ext cx="13080739" cy="6132081"/>
            <a:chOff x="-646164" y="1578382"/>
            <a:chExt cx="11382114" cy="6131978"/>
          </a:xfrm>
        </p:grpSpPr>
        <p:sp>
          <p:nvSpPr>
            <p:cNvPr id="168" name="Google Shape;168;p11"/>
            <p:cNvSpPr/>
            <p:nvPr/>
          </p:nvSpPr>
          <p:spPr>
            <a:xfrm flipH="1" rot="832380">
              <a:off x="794617" y="1982448"/>
              <a:ext cx="8500553" cy="4596135"/>
            </a:xfrm>
            <a:custGeom>
              <a:rect b="b" l="l" r="r" t="t"/>
              <a:pathLst>
                <a:path extrusionOk="0" fill="none" h="80121" w="96482">
                  <a:moveTo>
                    <a:pt x="1" y="2410"/>
                  </a:moveTo>
                  <a:cubicBezTo>
                    <a:pt x="8601" y="1"/>
                    <a:pt x="18093" y="3195"/>
                    <a:pt x="24819" y="9065"/>
                  </a:cubicBezTo>
                  <a:cubicBezTo>
                    <a:pt x="33303" y="16469"/>
                    <a:pt x="36345" y="26550"/>
                    <a:pt x="40600" y="36550"/>
                  </a:cubicBezTo>
                  <a:cubicBezTo>
                    <a:pt x="42929" y="42010"/>
                    <a:pt x="46372" y="46952"/>
                    <a:pt x="51582" y="49985"/>
                  </a:cubicBezTo>
                  <a:cubicBezTo>
                    <a:pt x="57149" y="53232"/>
                    <a:pt x="64143" y="53366"/>
                    <a:pt x="70352" y="54294"/>
                  </a:cubicBezTo>
                  <a:cubicBezTo>
                    <a:pt x="76686" y="55240"/>
                    <a:pt x="82253" y="58853"/>
                    <a:pt x="86553" y="63492"/>
                  </a:cubicBezTo>
                  <a:cubicBezTo>
                    <a:pt x="90969" y="68246"/>
                    <a:pt x="94064" y="74090"/>
                    <a:pt x="96482" y="8012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1"/>
            <p:cNvSpPr/>
            <p:nvPr/>
          </p:nvSpPr>
          <p:spPr>
            <a:xfrm flipH="1" rot="832380">
              <a:off x="1040572" y="2023963"/>
              <a:ext cx="8240378" cy="4605829"/>
            </a:xfrm>
            <a:custGeom>
              <a:rect b="b" l="l" r="r" t="t"/>
              <a:pathLst>
                <a:path extrusionOk="0" fill="none" h="80290" w="93529">
                  <a:moveTo>
                    <a:pt x="0" y="2374"/>
                  </a:moveTo>
                  <a:cubicBezTo>
                    <a:pt x="8475" y="1"/>
                    <a:pt x="17806" y="3239"/>
                    <a:pt x="24381" y="9038"/>
                  </a:cubicBezTo>
                  <a:cubicBezTo>
                    <a:pt x="32705" y="16371"/>
                    <a:pt x="35720" y="26157"/>
                    <a:pt x="39556" y="36095"/>
                  </a:cubicBezTo>
                  <a:cubicBezTo>
                    <a:pt x="41849" y="42018"/>
                    <a:pt x="45239" y="47594"/>
                    <a:pt x="50752" y="50966"/>
                  </a:cubicBezTo>
                  <a:cubicBezTo>
                    <a:pt x="56051" y="54205"/>
                    <a:pt x="62786" y="54374"/>
                    <a:pt x="68719" y="55373"/>
                  </a:cubicBezTo>
                  <a:cubicBezTo>
                    <a:pt x="74803" y="56426"/>
                    <a:pt x="80120" y="60021"/>
                    <a:pt x="84259" y="64553"/>
                  </a:cubicBezTo>
                  <a:cubicBezTo>
                    <a:pt x="88399" y="69085"/>
                    <a:pt x="91316" y="74643"/>
                    <a:pt x="93528" y="8029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1"/>
            <p:cNvSpPr/>
            <p:nvPr/>
          </p:nvSpPr>
          <p:spPr>
            <a:xfrm flipH="1" rot="832380">
              <a:off x="1534150" y="2107164"/>
              <a:ext cx="7718532" cy="4625276"/>
            </a:xfrm>
            <a:custGeom>
              <a:rect b="b" l="l" r="r" t="t"/>
              <a:pathLst>
                <a:path extrusionOk="0" fill="none" h="80629" w="87606">
                  <a:moveTo>
                    <a:pt x="1" y="2312"/>
                  </a:moveTo>
                  <a:cubicBezTo>
                    <a:pt x="8235" y="1"/>
                    <a:pt x="17227" y="3320"/>
                    <a:pt x="23517" y="8984"/>
                  </a:cubicBezTo>
                  <a:cubicBezTo>
                    <a:pt x="31501" y="16175"/>
                    <a:pt x="34365" y="25426"/>
                    <a:pt x="37478" y="35203"/>
                  </a:cubicBezTo>
                  <a:cubicBezTo>
                    <a:pt x="39664" y="42063"/>
                    <a:pt x="42982" y="48852"/>
                    <a:pt x="49093" y="52911"/>
                  </a:cubicBezTo>
                  <a:cubicBezTo>
                    <a:pt x="53884" y="56087"/>
                    <a:pt x="60084" y="56355"/>
                    <a:pt x="65463" y="57541"/>
                  </a:cubicBezTo>
                  <a:cubicBezTo>
                    <a:pt x="71048" y="58772"/>
                    <a:pt x="75847" y="62359"/>
                    <a:pt x="79657" y="66676"/>
                  </a:cubicBezTo>
                  <a:cubicBezTo>
                    <a:pt x="83270" y="70762"/>
                    <a:pt x="85830" y="75758"/>
                    <a:pt x="87605" y="80629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1"/>
            <p:cNvSpPr/>
            <p:nvPr/>
          </p:nvSpPr>
          <p:spPr>
            <a:xfrm flipH="1" rot="832380">
              <a:off x="1780172" y="2148692"/>
              <a:ext cx="7458358" cy="4635028"/>
            </a:xfrm>
            <a:custGeom>
              <a:rect b="b" l="l" r="r" t="t"/>
              <a:pathLst>
                <a:path extrusionOk="0" fill="none" h="80799" w="84653">
                  <a:moveTo>
                    <a:pt x="1" y="2284"/>
                  </a:moveTo>
                  <a:cubicBezTo>
                    <a:pt x="8119" y="1"/>
                    <a:pt x="16933" y="3364"/>
                    <a:pt x="23089" y="8957"/>
                  </a:cubicBezTo>
                  <a:cubicBezTo>
                    <a:pt x="30903" y="16076"/>
                    <a:pt x="33642" y="25087"/>
                    <a:pt x="36435" y="34757"/>
                  </a:cubicBezTo>
                  <a:cubicBezTo>
                    <a:pt x="38558" y="42090"/>
                    <a:pt x="41850" y="49477"/>
                    <a:pt x="48264" y="53883"/>
                  </a:cubicBezTo>
                  <a:cubicBezTo>
                    <a:pt x="52814" y="57015"/>
                    <a:pt x="58728" y="57354"/>
                    <a:pt x="63840" y="58621"/>
                  </a:cubicBezTo>
                  <a:cubicBezTo>
                    <a:pt x="69175" y="59950"/>
                    <a:pt x="73707" y="63527"/>
                    <a:pt x="77364" y="67738"/>
                  </a:cubicBezTo>
                  <a:cubicBezTo>
                    <a:pt x="80710" y="71592"/>
                    <a:pt x="83083" y="76311"/>
                    <a:pt x="84653" y="80798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1"/>
            <p:cNvSpPr/>
            <p:nvPr/>
          </p:nvSpPr>
          <p:spPr>
            <a:xfrm flipH="1" rot="832380">
              <a:off x="2272950" y="2231837"/>
              <a:ext cx="6937216" cy="4654417"/>
            </a:xfrm>
            <a:custGeom>
              <a:rect b="b" l="l" r="r" t="t"/>
              <a:pathLst>
                <a:path extrusionOk="0" fill="none" h="81137" w="78738">
                  <a:moveTo>
                    <a:pt x="1" y="2213"/>
                  </a:moveTo>
                  <a:cubicBezTo>
                    <a:pt x="7878" y="0"/>
                    <a:pt x="16353" y="3444"/>
                    <a:pt x="22214" y="8903"/>
                  </a:cubicBezTo>
                  <a:cubicBezTo>
                    <a:pt x="29708" y="15879"/>
                    <a:pt x="32134" y="24426"/>
                    <a:pt x="34356" y="33864"/>
                  </a:cubicBezTo>
                  <a:cubicBezTo>
                    <a:pt x="36309" y="42170"/>
                    <a:pt x="39610" y="50698"/>
                    <a:pt x="46604" y="55828"/>
                  </a:cubicBezTo>
                  <a:cubicBezTo>
                    <a:pt x="50681" y="58825"/>
                    <a:pt x="56025" y="59343"/>
                    <a:pt x="60583" y="60788"/>
                  </a:cubicBezTo>
                  <a:cubicBezTo>
                    <a:pt x="65419" y="62313"/>
                    <a:pt x="69433" y="65864"/>
                    <a:pt x="72770" y="69860"/>
                  </a:cubicBezTo>
                  <a:cubicBezTo>
                    <a:pt x="75589" y="73259"/>
                    <a:pt x="77596" y="77416"/>
                    <a:pt x="78738" y="81137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1"/>
            <p:cNvSpPr/>
            <p:nvPr/>
          </p:nvSpPr>
          <p:spPr>
            <a:xfrm flipH="1" rot="832380">
              <a:off x="2519881" y="2272960"/>
              <a:ext cx="6676337" cy="4664686"/>
            </a:xfrm>
            <a:custGeom>
              <a:rect b="b" l="l" r="r" t="t"/>
              <a:pathLst>
                <a:path extrusionOk="0" fill="none" h="81316" w="75777">
                  <a:moveTo>
                    <a:pt x="1" y="2195"/>
                  </a:moveTo>
                  <a:cubicBezTo>
                    <a:pt x="7762" y="1"/>
                    <a:pt x="16068" y="3489"/>
                    <a:pt x="21786" y="8886"/>
                  </a:cubicBezTo>
                  <a:cubicBezTo>
                    <a:pt x="29101" y="15791"/>
                    <a:pt x="31358" y="24114"/>
                    <a:pt x="33312" y="33419"/>
                  </a:cubicBezTo>
                  <a:cubicBezTo>
                    <a:pt x="35168" y="42224"/>
                    <a:pt x="38495" y="51306"/>
                    <a:pt x="45775" y="56810"/>
                  </a:cubicBezTo>
                  <a:cubicBezTo>
                    <a:pt x="49629" y="59727"/>
                    <a:pt x="54678" y="60360"/>
                    <a:pt x="58960" y="61877"/>
                  </a:cubicBezTo>
                  <a:cubicBezTo>
                    <a:pt x="63537" y="63509"/>
                    <a:pt x="67301" y="67033"/>
                    <a:pt x="70468" y="70941"/>
                  </a:cubicBezTo>
                  <a:cubicBezTo>
                    <a:pt x="73029" y="74090"/>
                    <a:pt x="74849" y="77979"/>
                    <a:pt x="75776" y="81316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1"/>
            <p:cNvSpPr/>
            <p:nvPr/>
          </p:nvSpPr>
          <p:spPr>
            <a:xfrm flipH="1" rot="832380">
              <a:off x="3012652" y="2356003"/>
              <a:ext cx="6154403" cy="4684132"/>
            </a:xfrm>
            <a:custGeom>
              <a:rect b="b" l="l" r="r" t="t"/>
              <a:pathLst>
                <a:path extrusionOk="0" fill="none" h="81655" w="69853">
                  <a:moveTo>
                    <a:pt x="0" y="2132"/>
                  </a:moveTo>
                  <a:cubicBezTo>
                    <a:pt x="7512" y="0"/>
                    <a:pt x="15479" y="3578"/>
                    <a:pt x="20911" y="8823"/>
                  </a:cubicBezTo>
                  <a:cubicBezTo>
                    <a:pt x="27897" y="15594"/>
                    <a:pt x="29743" y="23471"/>
                    <a:pt x="31224" y="32526"/>
                  </a:cubicBezTo>
                  <a:cubicBezTo>
                    <a:pt x="32830" y="42330"/>
                    <a:pt x="36273" y="52474"/>
                    <a:pt x="44106" y="58763"/>
                  </a:cubicBezTo>
                  <a:cubicBezTo>
                    <a:pt x="47523" y="61502"/>
                    <a:pt x="51966" y="62367"/>
                    <a:pt x="55695" y="64044"/>
                  </a:cubicBezTo>
                  <a:cubicBezTo>
                    <a:pt x="59780" y="65882"/>
                    <a:pt x="63019" y="69352"/>
                    <a:pt x="65865" y="73063"/>
                  </a:cubicBezTo>
                  <a:cubicBezTo>
                    <a:pt x="67916" y="75740"/>
                    <a:pt x="69344" y="79085"/>
                    <a:pt x="69852" y="81654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1"/>
            <p:cNvSpPr/>
            <p:nvPr/>
          </p:nvSpPr>
          <p:spPr>
            <a:xfrm flipH="1" rot="832380">
              <a:off x="3259474" y="2397633"/>
              <a:ext cx="5893436" cy="4693827"/>
            </a:xfrm>
            <a:custGeom>
              <a:rect b="b" l="l" r="r" t="t"/>
              <a:pathLst>
                <a:path extrusionOk="0" fill="none" h="81824" w="66891">
                  <a:moveTo>
                    <a:pt x="1" y="2096"/>
                  </a:moveTo>
                  <a:cubicBezTo>
                    <a:pt x="7387" y="0"/>
                    <a:pt x="15184" y="3613"/>
                    <a:pt x="20475" y="8796"/>
                  </a:cubicBezTo>
                  <a:cubicBezTo>
                    <a:pt x="27290" y="15496"/>
                    <a:pt x="28923" y="23159"/>
                    <a:pt x="30190" y="32080"/>
                  </a:cubicBezTo>
                  <a:cubicBezTo>
                    <a:pt x="31644" y="42384"/>
                    <a:pt x="35185" y="53035"/>
                    <a:pt x="43277" y="59735"/>
                  </a:cubicBezTo>
                  <a:cubicBezTo>
                    <a:pt x="46479" y="62385"/>
                    <a:pt x="50610" y="63375"/>
                    <a:pt x="54062" y="65123"/>
                  </a:cubicBezTo>
                  <a:cubicBezTo>
                    <a:pt x="57898" y="67068"/>
                    <a:pt x="60896" y="70512"/>
                    <a:pt x="63563" y="74125"/>
                  </a:cubicBezTo>
                  <a:cubicBezTo>
                    <a:pt x="65365" y="76560"/>
                    <a:pt x="66605" y="79638"/>
                    <a:pt x="66891" y="81823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1"/>
            <p:cNvSpPr/>
            <p:nvPr/>
          </p:nvSpPr>
          <p:spPr>
            <a:xfrm flipH="1" rot="832380">
              <a:off x="3505449" y="2520751"/>
              <a:ext cx="5633261" cy="4703579"/>
            </a:xfrm>
            <a:custGeom>
              <a:rect b="b" l="l" r="r" t="t"/>
              <a:pathLst>
                <a:path extrusionOk="0" fill="none" h="81994" w="63938">
                  <a:moveTo>
                    <a:pt x="0" y="2061"/>
                  </a:moveTo>
                  <a:cubicBezTo>
                    <a:pt x="7271" y="1"/>
                    <a:pt x="14898" y="3658"/>
                    <a:pt x="20046" y="8770"/>
                  </a:cubicBezTo>
                  <a:cubicBezTo>
                    <a:pt x="26692" y="15398"/>
                    <a:pt x="28092" y="22838"/>
                    <a:pt x="29145" y="31635"/>
                  </a:cubicBezTo>
                  <a:cubicBezTo>
                    <a:pt x="30439" y="42438"/>
                    <a:pt x="34105" y="53589"/>
                    <a:pt x="42446" y="60708"/>
                  </a:cubicBezTo>
                  <a:cubicBezTo>
                    <a:pt x="45435" y="63260"/>
                    <a:pt x="49253" y="64384"/>
                    <a:pt x="52438" y="66203"/>
                  </a:cubicBezTo>
                  <a:cubicBezTo>
                    <a:pt x="56024" y="68255"/>
                    <a:pt x="58763" y="71672"/>
                    <a:pt x="61270" y="75187"/>
                  </a:cubicBezTo>
                  <a:cubicBezTo>
                    <a:pt x="62822" y="77373"/>
                    <a:pt x="63857" y="80192"/>
                    <a:pt x="63937" y="81994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1"/>
            <p:cNvSpPr/>
            <p:nvPr/>
          </p:nvSpPr>
          <p:spPr>
            <a:xfrm flipH="1" rot="832380">
              <a:off x="3968794" y="2600326"/>
              <a:ext cx="5142076" cy="4722968"/>
            </a:xfrm>
            <a:custGeom>
              <a:rect b="b" l="l" r="r" t="t"/>
              <a:pathLst>
                <a:path extrusionOk="0" fill="none" h="82332" w="58363">
                  <a:moveTo>
                    <a:pt x="1" y="1998"/>
                  </a:moveTo>
                  <a:cubicBezTo>
                    <a:pt x="7031" y="0"/>
                    <a:pt x="14319" y="3738"/>
                    <a:pt x="19172" y="8716"/>
                  </a:cubicBezTo>
                  <a:cubicBezTo>
                    <a:pt x="25497" y="15202"/>
                    <a:pt x="26407" y="22204"/>
                    <a:pt x="27067" y="30733"/>
                  </a:cubicBezTo>
                  <a:cubicBezTo>
                    <a:pt x="27968" y="42544"/>
                    <a:pt x="32001" y="54641"/>
                    <a:pt x="40788" y="62652"/>
                  </a:cubicBezTo>
                  <a:cubicBezTo>
                    <a:pt x="43366" y="65007"/>
                    <a:pt x="46542" y="66408"/>
                    <a:pt x="49182" y="68371"/>
                  </a:cubicBezTo>
                  <a:cubicBezTo>
                    <a:pt x="52260" y="70654"/>
                    <a:pt x="54526" y="73964"/>
                    <a:pt x="56667" y="77309"/>
                  </a:cubicBezTo>
                  <a:cubicBezTo>
                    <a:pt x="57747" y="78996"/>
                    <a:pt x="58362" y="81306"/>
                    <a:pt x="58023" y="823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1"/>
            <p:cNvSpPr/>
            <p:nvPr/>
          </p:nvSpPr>
          <p:spPr>
            <a:xfrm flipH="1" rot="832380">
              <a:off x="4424414" y="2678893"/>
              <a:ext cx="4658643" cy="4742472"/>
            </a:xfrm>
            <a:custGeom>
              <a:rect b="b" l="l" r="r" t="t"/>
              <a:pathLst>
                <a:path extrusionOk="0" fill="none" h="82672" w="52876">
                  <a:moveTo>
                    <a:pt x="0" y="1936"/>
                  </a:moveTo>
                  <a:cubicBezTo>
                    <a:pt x="6789" y="1"/>
                    <a:pt x="13739" y="3819"/>
                    <a:pt x="18306" y="8663"/>
                  </a:cubicBezTo>
                  <a:cubicBezTo>
                    <a:pt x="24292" y="15015"/>
                    <a:pt x="24694" y="21554"/>
                    <a:pt x="24979" y="29841"/>
                  </a:cubicBezTo>
                  <a:cubicBezTo>
                    <a:pt x="25425" y="42643"/>
                    <a:pt x="29975" y="55614"/>
                    <a:pt x="39128" y="64606"/>
                  </a:cubicBezTo>
                  <a:cubicBezTo>
                    <a:pt x="41305" y="66747"/>
                    <a:pt x="43821" y="68442"/>
                    <a:pt x="45926" y="70539"/>
                  </a:cubicBezTo>
                  <a:cubicBezTo>
                    <a:pt x="48477" y="73055"/>
                    <a:pt x="50360" y="76222"/>
                    <a:pt x="52073" y="79442"/>
                  </a:cubicBezTo>
                  <a:cubicBezTo>
                    <a:pt x="52697" y="80602"/>
                    <a:pt x="52875" y="82413"/>
                    <a:pt x="52108" y="8267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1"/>
            <p:cNvSpPr/>
            <p:nvPr/>
          </p:nvSpPr>
          <p:spPr>
            <a:xfrm flipH="1" rot="832380">
              <a:off x="4645527" y="2880040"/>
              <a:ext cx="4421288" cy="4759338"/>
            </a:xfrm>
            <a:custGeom>
              <a:rect b="b" l="l" r="r" t="t"/>
              <a:pathLst>
                <a:path extrusionOk="0" fill="none" h="82966" w="50182">
                  <a:moveTo>
                    <a:pt x="1" y="1909"/>
                  </a:moveTo>
                  <a:cubicBezTo>
                    <a:pt x="6674" y="0"/>
                    <a:pt x="13454" y="3863"/>
                    <a:pt x="17878" y="8636"/>
                  </a:cubicBezTo>
                  <a:cubicBezTo>
                    <a:pt x="23695" y="14916"/>
                    <a:pt x="23829" y="21223"/>
                    <a:pt x="23945" y="29395"/>
                  </a:cubicBezTo>
                  <a:cubicBezTo>
                    <a:pt x="24123" y="42687"/>
                    <a:pt x="29021" y="56060"/>
                    <a:pt x="38299" y="65579"/>
                  </a:cubicBezTo>
                  <a:cubicBezTo>
                    <a:pt x="40279" y="67612"/>
                    <a:pt x="42447" y="69468"/>
                    <a:pt x="44303" y="71618"/>
                  </a:cubicBezTo>
                  <a:cubicBezTo>
                    <a:pt x="46577" y="74259"/>
                    <a:pt x="48344" y="77319"/>
                    <a:pt x="49780" y="80503"/>
                  </a:cubicBezTo>
                  <a:cubicBezTo>
                    <a:pt x="50182" y="81404"/>
                    <a:pt x="50128" y="82966"/>
                    <a:pt x="49147" y="8284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1"/>
            <p:cNvSpPr/>
            <p:nvPr/>
          </p:nvSpPr>
          <p:spPr>
            <a:xfrm flipH="1" rot="832380">
              <a:off x="4664577" y="3057840"/>
              <a:ext cx="4421288" cy="4759338"/>
            </a:xfrm>
            <a:custGeom>
              <a:rect b="b" l="l" r="r" t="t"/>
              <a:pathLst>
                <a:path extrusionOk="0" fill="none" h="82966" w="50182">
                  <a:moveTo>
                    <a:pt x="1" y="1909"/>
                  </a:moveTo>
                  <a:cubicBezTo>
                    <a:pt x="6674" y="0"/>
                    <a:pt x="13454" y="3863"/>
                    <a:pt x="17878" y="8636"/>
                  </a:cubicBezTo>
                  <a:cubicBezTo>
                    <a:pt x="23695" y="14916"/>
                    <a:pt x="23829" y="21223"/>
                    <a:pt x="23945" y="29395"/>
                  </a:cubicBezTo>
                  <a:cubicBezTo>
                    <a:pt x="24123" y="42687"/>
                    <a:pt x="29021" y="56060"/>
                    <a:pt x="38299" y="65579"/>
                  </a:cubicBezTo>
                  <a:cubicBezTo>
                    <a:pt x="40279" y="67612"/>
                    <a:pt x="42447" y="69468"/>
                    <a:pt x="44303" y="71618"/>
                  </a:cubicBezTo>
                  <a:cubicBezTo>
                    <a:pt x="46577" y="74259"/>
                    <a:pt x="48344" y="77319"/>
                    <a:pt x="49780" y="80503"/>
                  </a:cubicBezTo>
                  <a:cubicBezTo>
                    <a:pt x="50182" y="81404"/>
                    <a:pt x="50128" y="82966"/>
                    <a:pt x="49147" y="8284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" name="Google Shape;181;p11"/>
          <p:cNvGrpSpPr/>
          <p:nvPr/>
        </p:nvGrpSpPr>
        <p:grpSpPr>
          <a:xfrm rot="-1249416">
            <a:off x="5716824" y="-2697433"/>
            <a:ext cx="5142455" cy="7160754"/>
            <a:chOff x="6493610" y="-1475440"/>
            <a:chExt cx="5142341" cy="7160595"/>
          </a:xfrm>
        </p:grpSpPr>
        <p:sp>
          <p:nvSpPr>
            <p:cNvPr id="182" name="Google Shape;182;p11"/>
            <p:cNvSpPr/>
            <p:nvPr/>
          </p:nvSpPr>
          <p:spPr>
            <a:xfrm rot="-749066">
              <a:off x="6788260" y="-988649"/>
              <a:ext cx="4627180" cy="5688244"/>
            </a:xfrm>
            <a:custGeom>
              <a:rect b="b" l="l" r="r" t="t"/>
              <a:pathLst>
                <a:path extrusionOk="0" fill="none" h="80121" w="96482">
                  <a:moveTo>
                    <a:pt x="1" y="2410"/>
                  </a:moveTo>
                  <a:cubicBezTo>
                    <a:pt x="8601" y="1"/>
                    <a:pt x="18093" y="3195"/>
                    <a:pt x="24819" y="9065"/>
                  </a:cubicBezTo>
                  <a:cubicBezTo>
                    <a:pt x="33303" y="16469"/>
                    <a:pt x="36345" y="26550"/>
                    <a:pt x="40600" y="36550"/>
                  </a:cubicBezTo>
                  <a:cubicBezTo>
                    <a:pt x="42929" y="42010"/>
                    <a:pt x="46372" y="46952"/>
                    <a:pt x="51582" y="49985"/>
                  </a:cubicBezTo>
                  <a:cubicBezTo>
                    <a:pt x="57149" y="53232"/>
                    <a:pt x="64143" y="53366"/>
                    <a:pt x="70352" y="54294"/>
                  </a:cubicBezTo>
                  <a:cubicBezTo>
                    <a:pt x="76686" y="55240"/>
                    <a:pt x="82253" y="58853"/>
                    <a:pt x="86553" y="63492"/>
                  </a:cubicBezTo>
                  <a:cubicBezTo>
                    <a:pt x="90969" y="68246"/>
                    <a:pt x="94064" y="74090"/>
                    <a:pt x="96482" y="8012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1"/>
            <p:cNvSpPr/>
            <p:nvPr/>
          </p:nvSpPr>
          <p:spPr>
            <a:xfrm rot="-749066">
              <a:off x="6790655" y="-954705"/>
              <a:ext cx="4485557" cy="5700243"/>
            </a:xfrm>
            <a:custGeom>
              <a:rect b="b" l="l" r="r" t="t"/>
              <a:pathLst>
                <a:path extrusionOk="0" fill="none" h="80290" w="93529">
                  <a:moveTo>
                    <a:pt x="0" y="2374"/>
                  </a:moveTo>
                  <a:cubicBezTo>
                    <a:pt x="8475" y="1"/>
                    <a:pt x="17806" y="3239"/>
                    <a:pt x="24381" y="9038"/>
                  </a:cubicBezTo>
                  <a:cubicBezTo>
                    <a:pt x="32705" y="16371"/>
                    <a:pt x="35720" y="26157"/>
                    <a:pt x="39556" y="36095"/>
                  </a:cubicBezTo>
                  <a:cubicBezTo>
                    <a:pt x="41849" y="42018"/>
                    <a:pt x="45239" y="47594"/>
                    <a:pt x="50752" y="50966"/>
                  </a:cubicBezTo>
                  <a:cubicBezTo>
                    <a:pt x="56051" y="54205"/>
                    <a:pt x="62786" y="54374"/>
                    <a:pt x="68719" y="55373"/>
                  </a:cubicBezTo>
                  <a:cubicBezTo>
                    <a:pt x="74803" y="56426"/>
                    <a:pt x="80120" y="60021"/>
                    <a:pt x="84259" y="64553"/>
                  </a:cubicBezTo>
                  <a:cubicBezTo>
                    <a:pt x="88399" y="69085"/>
                    <a:pt x="91316" y="74643"/>
                    <a:pt x="93528" y="8029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1"/>
            <p:cNvSpPr/>
            <p:nvPr/>
          </p:nvSpPr>
          <p:spPr>
            <a:xfrm rot="-749066">
              <a:off x="6795358" y="-886779"/>
              <a:ext cx="4201496" cy="5724310"/>
            </a:xfrm>
            <a:custGeom>
              <a:rect b="b" l="l" r="r" t="t"/>
              <a:pathLst>
                <a:path extrusionOk="0" fill="none" h="80629" w="87606">
                  <a:moveTo>
                    <a:pt x="1" y="2312"/>
                  </a:moveTo>
                  <a:cubicBezTo>
                    <a:pt x="8235" y="1"/>
                    <a:pt x="17227" y="3320"/>
                    <a:pt x="23517" y="8984"/>
                  </a:cubicBezTo>
                  <a:cubicBezTo>
                    <a:pt x="31501" y="16175"/>
                    <a:pt x="34365" y="25426"/>
                    <a:pt x="37478" y="35203"/>
                  </a:cubicBezTo>
                  <a:cubicBezTo>
                    <a:pt x="39664" y="42063"/>
                    <a:pt x="42982" y="48852"/>
                    <a:pt x="49093" y="52911"/>
                  </a:cubicBezTo>
                  <a:cubicBezTo>
                    <a:pt x="53884" y="56087"/>
                    <a:pt x="60084" y="56355"/>
                    <a:pt x="65463" y="57541"/>
                  </a:cubicBezTo>
                  <a:cubicBezTo>
                    <a:pt x="71048" y="58772"/>
                    <a:pt x="75847" y="62359"/>
                    <a:pt x="79657" y="66676"/>
                  </a:cubicBezTo>
                  <a:cubicBezTo>
                    <a:pt x="83270" y="70762"/>
                    <a:pt x="85830" y="75758"/>
                    <a:pt x="87605" y="80629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1"/>
            <p:cNvSpPr/>
            <p:nvPr/>
          </p:nvSpPr>
          <p:spPr>
            <a:xfrm rot="-749066">
              <a:off x="6800110" y="-818835"/>
              <a:ext cx="3917819" cy="5748378"/>
            </a:xfrm>
            <a:custGeom>
              <a:rect b="b" l="l" r="r" t="t"/>
              <a:pathLst>
                <a:path extrusionOk="0" fill="none" h="80968" w="81691">
                  <a:moveTo>
                    <a:pt x="0" y="2248"/>
                  </a:moveTo>
                  <a:cubicBezTo>
                    <a:pt x="7994" y="0"/>
                    <a:pt x="16647" y="3399"/>
                    <a:pt x="22651" y="8930"/>
                  </a:cubicBezTo>
                  <a:cubicBezTo>
                    <a:pt x="30305" y="15978"/>
                    <a:pt x="32901" y="24747"/>
                    <a:pt x="35399" y="34311"/>
                  </a:cubicBezTo>
                  <a:cubicBezTo>
                    <a:pt x="37442" y="42125"/>
                    <a:pt x="40725" y="50092"/>
                    <a:pt x="47434" y="54856"/>
                  </a:cubicBezTo>
                  <a:cubicBezTo>
                    <a:pt x="51742" y="57924"/>
                    <a:pt x="57380" y="58344"/>
                    <a:pt x="62216" y="59709"/>
                  </a:cubicBezTo>
                  <a:cubicBezTo>
                    <a:pt x="67292" y="61136"/>
                    <a:pt x="71574" y="64695"/>
                    <a:pt x="75062" y="68799"/>
                  </a:cubicBezTo>
                  <a:cubicBezTo>
                    <a:pt x="78149" y="72421"/>
                    <a:pt x="80334" y="76864"/>
                    <a:pt x="81690" y="80967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1"/>
            <p:cNvSpPr/>
            <p:nvPr/>
          </p:nvSpPr>
          <p:spPr>
            <a:xfrm rot="-749066">
              <a:off x="6802458" y="-784880"/>
              <a:ext cx="3776196" cy="5760376"/>
            </a:xfrm>
            <a:custGeom>
              <a:rect b="b" l="l" r="r" t="t"/>
              <a:pathLst>
                <a:path extrusionOk="0" fill="none" h="81137" w="78738">
                  <a:moveTo>
                    <a:pt x="1" y="2213"/>
                  </a:moveTo>
                  <a:cubicBezTo>
                    <a:pt x="7878" y="0"/>
                    <a:pt x="16353" y="3444"/>
                    <a:pt x="22214" y="8903"/>
                  </a:cubicBezTo>
                  <a:cubicBezTo>
                    <a:pt x="29708" y="15879"/>
                    <a:pt x="32134" y="24426"/>
                    <a:pt x="34356" y="33864"/>
                  </a:cubicBezTo>
                  <a:cubicBezTo>
                    <a:pt x="36309" y="42170"/>
                    <a:pt x="39610" y="50698"/>
                    <a:pt x="46604" y="55828"/>
                  </a:cubicBezTo>
                  <a:cubicBezTo>
                    <a:pt x="50681" y="58825"/>
                    <a:pt x="56025" y="59343"/>
                    <a:pt x="60583" y="60788"/>
                  </a:cubicBezTo>
                  <a:cubicBezTo>
                    <a:pt x="65419" y="62313"/>
                    <a:pt x="69433" y="65864"/>
                    <a:pt x="72770" y="69860"/>
                  </a:cubicBezTo>
                  <a:cubicBezTo>
                    <a:pt x="75589" y="73259"/>
                    <a:pt x="77596" y="77416"/>
                    <a:pt x="78738" y="81137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1"/>
            <p:cNvSpPr/>
            <p:nvPr/>
          </p:nvSpPr>
          <p:spPr>
            <a:xfrm rot="-749066">
              <a:off x="6807172" y="-717644"/>
              <a:ext cx="3492518" cy="5785083"/>
            </a:xfrm>
            <a:custGeom>
              <a:rect b="b" l="l" r="r" t="t"/>
              <a:pathLst>
                <a:path extrusionOk="0" fill="none" h="81485" w="72823">
                  <a:moveTo>
                    <a:pt x="0" y="2159"/>
                  </a:moveTo>
                  <a:cubicBezTo>
                    <a:pt x="7637" y="1"/>
                    <a:pt x="15773" y="3533"/>
                    <a:pt x="21348" y="8850"/>
                  </a:cubicBezTo>
                  <a:cubicBezTo>
                    <a:pt x="28503" y="15693"/>
                    <a:pt x="30564" y="23793"/>
                    <a:pt x="32277" y="32973"/>
                  </a:cubicBezTo>
                  <a:cubicBezTo>
                    <a:pt x="34007" y="42277"/>
                    <a:pt x="37379" y="51894"/>
                    <a:pt x="44944" y="57791"/>
                  </a:cubicBezTo>
                  <a:cubicBezTo>
                    <a:pt x="48575" y="60619"/>
                    <a:pt x="53321" y="61359"/>
                    <a:pt x="57327" y="62956"/>
                  </a:cubicBezTo>
                  <a:cubicBezTo>
                    <a:pt x="61663" y="64687"/>
                    <a:pt x="65160" y="68193"/>
                    <a:pt x="68166" y="72002"/>
                  </a:cubicBezTo>
                  <a:cubicBezTo>
                    <a:pt x="70477" y="74919"/>
                    <a:pt x="72100" y="78532"/>
                    <a:pt x="72823" y="81485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1"/>
            <p:cNvSpPr/>
            <p:nvPr/>
          </p:nvSpPr>
          <p:spPr>
            <a:xfrm rot="-749066">
              <a:off x="6809955" y="-683695"/>
              <a:ext cx="3350080" cy="5797152"/>
            </a:xfrm>
            <a:custGeom>
              <a:rect b="b" l="l" r="r" t="t"/>
              <a:pathLst>
                <a:path extrusionOk="0" fill="none" h="81655" w="69853">
                  <a:moveTo>
                    <a:pt x="0" y="2132"/>
                  </a:moveTo>
                  <a:cubicBezTo>
                    <a:pt x="7512" y="0"/>
                    <a:pt x="15479" y="3578"/>
                    <a:pt x="20911" y="8823"/>
                  </a:cubicBezTo>
                  <a:cubicBezTo>
                    <a:pt x="27897" y="15594"/>
                    <a:pt x="29743" y="23471"/>
                    <a:pt x="31224" y="32526"/>
                  </a:cubicBezTo>
                  <a:cubicBezTo>
                    <a:pt x="32830" y="42330"/>
                    <a:pt x="36273" y="52474"/>
                    <a:pt x="44106" y="58763"/>
                  </a:cubicBezTo>
                  <a:cubicBezTo>
                    <a:pt x="47523" y="61502"/>
                    <a:pt x="51966" y="62367"/>
                    <a:pt x="55695" y="64044"/>
                  </a:cubicBezTo>
                  <a:cubicBezTo>
                    <a:pt x="59780" y="65882"/>
                    <a:pt x="63019" y="69352"/>
                    <a:pt x="65865" y="73063"/>
                  </a:cubicBezTo>
                  <a:cubicBezTo>
                    <a:pt x="67916" y="75740"/>
                    <a:pt x="69344" y="79085"/>
                    <a:pt x="69852" y="81654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1"/>
            <p:cNvSpPr/>
            <p:nvPr/>
          </p:nvSpPr>
          <p:spPr>
            <a:xfrm rot="-749066">
              <a:off x="6814700" y="-615821"/>
              <a:ext cx="3066403" cy="5821219"/>
            </a:xfrm>
            <a:custGeom>
              <a:rect b="b" l="l" r="r" t="t"/>
              <a:pathLst>
                <a:path extrusionOk="0" fill="none" h="81994" w="63938">
                  <a:moveTo>
                    <a:pt x="0" y="2061"/>
                  </a:moveTo>
                  <a:cubicBezTo>
                    <a:pt x="7271" y="1"/>
                    <a:pt x="14898" y="3658"/>
                    <a:pt x="20046" y="8770"/>
                  </a:cubicBezTo>
                  <a:cubicBezTo>
                    <a:pt x="26692" y="15398"/>
                    <a:pt x="28092" y="22838"/>
                    <a:pt x="29145" y="31635"/>
                  </a:cubicBezTo>
                  <a:cubicBezTo>
                    <a:pt x="30439" y="42438"/>
                    <a:pt x="34105" y="53589"/>
                    <a:pt x="42446" y="60708"/>
                  </a:cubicBezTo>
                  <a:cubicBezTo>
                    <a:pt x="45435" y="63260"/>
                    <a:pt x="49253" y="64384"/>
                    <a:pt x="52438" y="66203"/>
                  </a:cubicBezTo>
                  <a:cubicBezTo>
                    <a:pt x="56024" y="68255"/>
                    <a:pt x="58763" y="71672"/>
                    <a:pt x="61270" y="75187"/>
                  </a:cubicBezTo>
                  <a:cubicBezTo>
                    <a:pt x="62822" y="77373"/>
                    <a:pt x="63857" y="80192"/>
                    <a:pt x="63937" y="81994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1"/>
            <p:cNvSpPr/>
            <p:nvPr/>
          </p:nvSpPr>
          <p:spPr>
            <a:xfrm rot="-749066">
              <a:off x="6816977" y="-582515"/>
              <a:ext cx="2930774" cy="5833218"/>
            </a:xfrm>
            <a:custGeom>
              <a:rect b="b" l="l" r="r" t="t"/>
              <a:pathLst>
                <a:path extrusionOk="0" fill="none" h="82163" w="61110">
                  <a:moveTo>
                    <a:pt x="0" y="2034"/>
                  </a:moveTo>
                  <a:cubicBezTo>
                    <a:pt x="7146" y="0"/>
                    <a:pt x="14613" y="3694"/>
                    <a:pt x="19609" y="8743"/>
                  </a:cubicBezTo>
                  <a:cubicBezTo>
                    <a:pt x="26094" y="15300"/>
                    <a:pt x="27254" y="22526"/>
                    <a:pt x="28102" y="31188"/>
                  </a:cubicBezTo>
                  <a:cubicBezTo>
                    <a:pt x="29217" y="42491"/>
                    <a:pt x="33044" y="54124"/>
                    <a:pt x="41617" y="61680"/>
                  </a:cubicBezTo>
                  <a:cubicBezTo>
                    <a:pt x="44400" y="64133"/>
                    <a:pt x="47898" y="65391"/>
                    <a:pt x="50815" y="67292"/>
                  </a:cubicBezTo>
                  <a:cubicBezTo>
                    <a:pt x="54142" y="69450"/>
                    <a:pt x="56640" y="72814"/>
                    <a:pt x="58969" y="76248"/>
                  </a:cubicBezTo>
                  <a:cubicBezTo>
                    <a:pt x="60280" y="78184"/>
                    <a:pt x="61110" y="80753"/>
                    <a:pt x="60976" y="82163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1"/>
            <p:cNvSpPr/>
            <p:nvPr/>
          </p:nvSpPr>
          <p:spPr>
            <a:xfrm rot="-749066">
              <a:off x="6819209" y="-549628"/>
              <a:ext cx="2799031" cy="5845216"/>
            </a:xfrm>
            <a:custGeom>
              <a:rect b="b" l="l" r="r" t="t"/>
              <a:pathLst>
                <a:path extrusionOk="0" fill="none" h="82332" w="58363">
                  <a:moveTo>
                    <a:pt x="1" y="1998"/>
                  </a:moveTo>
                  <a:cubicBezTo>
                    <a:pt x="7031" y="0"/>
                    <a:pt x="14319" y="3738"/>
                    <a:pt x="19172" y="8716"/>
                  </a:cubicBezTo>
                  <a:cubicBezTo>
                    <a:pt x="25497" y="15202"/>
                    <a:pt x="26407" y="22204"/>
                    <a:pt x="27067" y="30733"/>
                  </a:cubicBezTo>
                  <a:cubicBezTo>
                    <a:pt x="27968" y="42544"/>
                    <a:pt x="32001" y="54641"/>
                    <a:pt x="40788" y="62652"/>
                  </a:cubicBezTo>
                  <a:cubicBezTo>
                    <a:pt x="43366" y="65007"/>
                    <a:pt x="46542" y="66408"/>
                    <a:pt x="49182" y="68371"/>
                  </a:cubicBezTo>
                  <a:cubicBezTo>
                    <a:pt x="52260" y="70654"/>
                    <a:pt x="54526" y="73964"/>
                    <a:pt x="56667" y="77309"/>
                  </a:cubicBezTo>
                  <a:cubicBezTo>
                    <a:pt x="57747" y="78996"/>
                    <a:pt x="58362" y="81306"/>
                    <a:pt x="58023" y="823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1"/>
            <p:cNvSpPr/>
            <p:nvPr/>
          </p:nvSpPr>
          <p:spPr>
            <a:xfrm rot="-749066">
              <a:off x="6823714" y="-483973"/>
              <a:ext cx="2535880" cy="5869354"/>
            </a:xfrm>
            <a:custGeom>
              <a:rect b="b" l="l" r="r" t="t"/>
              <a:pathLst>
                <a:path extrusionOk="0" fill="none" h="82672" w="52876">
                  <a:moveTo>
                    <a:pt x="0" y="1936"/>
                  </a:moveTo>
                  <a:cubicBezTo>
                    <a:pt x="6789" y="1"/>
                    <a:pt x="13739" y="3819"/>
                    <a:pt x="18306" y="8663"/>
                  </a:cubicBezTo>
                  <a:cubicBezTo>
                    <a:pt x="24292" y="15015"/>
                    <a:pt x="24694" y="21554"/>
                    <a:pt x="24979" y="29841"/>
                  </a:cubicBezTo>
                  <a:cubicBezTo>
                    <a:pt x="25425" y="42643"/>
                    <a:pt x="29975" y="55614"/>
                    <a:pt x="39128" y="64606"/>
                  </a:cubicBezTo>
                  <a:cubicBezTo>
                    <a:pt x="41305" y="66747"/>
                    <a:pt x="43821" y="68442"/>
                    <a:pt x="45926" y="70539"/>
                  </a:cubicBezTo>
                  <a:cubicBezTo>
                    <a:pt x="48477" y="73055"/>
                    <a:pt x="50360" y="76222"/>
                    <a:pt x="52073" y="79442"/>
                  </a:cubicBezTo>
                  <a:cubicBezTo>
                    <a:pt x="52697" y="80602"/>
                    <a:pt x="52875" y="82413"/>
                    <a:pt x="52108" y="8267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1"/>
            <p:cNvSpPr/>
            <p:nvPr/>
          </p:nvSpPr>
          <p:spPr>
            <a:xfrm rot="-749066">
              <a:off x="6750145" y="-451382"/>
              <a:ext cx="2406679" cy="5890227"/>
            </a:xfrm>
            <a:custGeom>
              <a:rect b="b" l="l" r="r" t="t"/>
              <a:pathLst>
                <a:path extrusionOk="0" fill="none" h="82966" w="50182">
                  <a:moveTo>
                    <a:pt x="1" y="1909"/>
                  </a:moveTo>
                  <a:cubicBezTo>
                    <a:pt x="6674" y="0"/>
                    <a:pt x="13454" y="3863"/>
                    <a:pt x="17878" y="8636"/>
                  </a:cubicBezTo>
                  <a:cubicBezTo>
                    <a:pt x="23695" y="14916"/>
                    <a:pt x="23829" y="21223"/>
                    <a:pt x="23945" y="29395"/>
                  </a:cubicBezTo>
                  <a:cubicBezTo>
                    <a:pt x="24123" y="42687"/>
                    <a:pt x="29021" y="56060"/>
                    <a:pt x="38299" y="65579"/>
                  </a:cubicBezTo>
                  <a:cubicBezTo>
                    <a:pt x="40279" y="67612"/>
                    <a:pt x="42447" y="69468"/>
                    <a:pt x="44303" y="71618"/>
                  </a:cubicBezTo>
                  <a:cubicBezTo>
                    <a:pt x="46577" y="74259"/>
                    <a:pt x="48344" y="77319"/>
                    <a:pt x="49780" y="80503"/>
                  </a:cubicBezTo>
                  <a:cubicBezTo>
                    <a:pt x="50182" y="81404"/>
                    <a:pt x="50128" y="82966"/>
                    <a:pt x="49147" y="8284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" name="Google Shape;194;p11"/>
          <p:cNvGrpSpPr/>
          <p:nvPr/>
        </p:nvGrpSpPr>
        <p:grpSpPr>
          <a:xfrm flipH="1" rot="-6879321">
            <a:off x="-764639" y="-2840474"/>
            <a:ext cx="3795488" cy="6969912"/>
            <a:chOff x="-905700" y="-825164"/>
            <a:chExt cx="3021607" cy="3684906"/>
          </a:xfrm>
        </p:grpSpPr>
        <p:sp>
          <p:nvSpPr>
            <p:cNvPr id="195" name="Google Shape;195;p11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1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1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1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1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1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1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1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1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13"/>
          <p:cNvGrpSpPr/>
          <p:nvPr/>
        </p:nvGrpSpPr>
        <p:grpSpPr>
          <a:xfrm flipH="1" rot="-10596776">
            <a:off x="-1480377" y="-128394"/>
            <a:ext cx="2812893" cy="5669592"/>
            <a:chOff x="-905700" y="-825164"/>
            <a:chExt cx="3021607" cy="3684906"/>
          </a:xfrm>
        </p:grpSpPr>
        <p:sp>
          <p:nvSpPr>
            <p:cNvPr id="209" name="Google Shape;209;p13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3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3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3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3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3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3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3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" name="Google Shape;220;p13"/>
          <p:cNvGrpSpPr/>
          <p:nvPr/>
        </p:nvGrpSpPr>
        <p:grpSpPr>
          <a:xfrm rot="2066882">
            <a:off x="6897660" y="-662907"/>
            <a:ext cx="5142718" cy="7161120"/>
            <a:chOff x="6493610" y="-1475440"/>
            <a:chExt cx="5142341" cy="7160595"/>
          </a:xfrm>
        </p:grpSpPr>
        <p:sp>
          <p:nvSpPr>
            <p:cNvPr id="221" name="Google Shape;221;p13"/>
            <p:cNvSpPr/>
            <p:nvPr/>
          </p:nvSpPr>
          <p:spPr>
            <a:xfrm rot="-749066">
              <a:off x="6788260" y="-988649"/>
              <a:ext cx="4627180" cy="5688244"/>
            </a:xfrm>
            <a:custGeom>
              <a:rect b="b" l="l" r="r" t="t"/>
              <a:pathLst>
                <a:path extrusionOk="0" fill="none" h="80121" w="96482">
                  <a:moveTo>
                    <a:pt x="1" y="2410"/>
                  </a:moveTo>
                  <a:cubicBezTo>
                    <a:pt x="8601" y="1"/>
                    <a:pt x="18093" y="3195"/>
                    <a:pt x="24819" y="9065"/>
                  </a:cubicBezTo>
                  <a:cubicBezTo>
                    <a:pt x="33303" y="16469"/>
                    <a:pt x="36345" y="26550"/>
                    <a:pt x="40600" y="36550"/>
                  </a:cubicBezTo>
                  <a:cubicBezTo>
                    <a:pt x="42929" y="42010"/>
                    <a:pt x="46372" y="46952"/>
                    <a:pt x="51582" y="49985"/>
                  </a:cubicBezTo>
                  <a:cubicBezTo>
                    <a:pt x="57149" y="53232"/>
                    <a:pt x="64143" y="53366"/>
                    <a:pt x="70352" y="54294"/>
                  </a:cubicBezTo>
                  <a:cubicBezTo>
                    <a:pt x="76686" y="55240"/>
                    <a:pt x="82253" y="58853"/>
                    <a:pt x="86553" y="63492"/>
                  </a:cubicBezTo>
                  <a:cubicBezTo>
                    <a:pt x="90969" y="68246"/>
                    <a:pt x="94064" y="74090"/>
                    <a:pt x="96482" y="8012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3"/>
            <p:cNvSpPr/>
            <p:nvPr/>
          </p:nvSpPr>
          <p:spPr>
            <a:xfrm rot="-749066">
              <a:off x="6790655" y="-954705"/>
              <a:ext cx="4485557" cy="5700243"/>
            </a:xfrm>
            <a:custGeom>
              <a:rect b="b" l="l" r="r" t="t"/>
              <a:pathLst>
                <a:path extrusionOk="0" fill="none" h="80290" w="93529">
                  <a:moveTo>
                    <a:pt x="0" y="2374"/>
                  </a:moveTo>
                  <a:cubicBezTo>
                    <a:pt x="8475" y="1"/>
                    <a:pt x="17806" y="3239"/>
                    <a:pt x="24381" y="9038"/>
                  </a:cubicBezTo>
                  <a:cubicBezTo>
                    <a:pt x="32705" y="16371"/>
                    <a:pt x="35720" y="26157"/>
                    <a:pt x="39556" y="36095"/>
                  </a:cubicBezTo>
                  <a:cubicBezTo>
                    <a:pt x="41849" y="42018"/>
                    <a:pt x="45239" y="47594"/>
                    <a:pt x="50752" y="50966"/>
                  </a:cubicBezTo>
                  <a:cubicBezTo>
                    <a:pt x="56051" y="54205"/>
                    <a:pt x="62786" y="54374"/>
                    <a:pt x="68719" y="55373"/>
                  </a:cubicBezTo>
                  <a:cubicBezTo>
                    <a:pt x="74803" y="56426"/>
                    <a:pt x="80120" y="60021"/>
                    <a:pt x="84259" y="64553"/>
                  </a:cubicBezTo>
                  <a:cubicBezTo>
                    <a:pt x="88399" y="69085"/>
                    <a:pt x="91316" y="74643"/>
                    <a:pt x="93528" y="8029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3"/>
            <p:cNvSpPr/>
            <p:nvPr/>
          </p:nvSpPr>
          <p:spPr>
            <a:xfrm rot="-749066">
              <a:off x="6795358" y="-886779"/>
              <a:ext cx="4201496" cy="5724310"/>
            </a:xfrm>
            <a:custGeom>
              <a:rect b="b" l="l" r="r" t="t"/>
              <a:pathLst>
                <a:path extrusionOk="0" fill="none" h="80629" w="87606">
                  <a:moveTo>
                    <a:pt x="1" y="2312"/>
                  </a:moveTo>
                  <a:cubicBezTo>
                    <a:pt x="8235" y="1"/>
                    <a:pt x="17227" y="3320"/>
                    <a:pt x="23517" y="8984"/>
                  </a:cubicBezTo>
                  <a:cubicBezTo>
                    <a:pt x="31501" y="16175"/>
                    <a:pt x="34365" y="25426"/>
                    <a:pt x="37478" y="35203"/>
                  </a:cubicBezTo>
                  <a:cubicBezTo>
                    <a:pt x="39664" y="42063"/>
                    <a:pt x="42982" y="48852"/>
                    <a:pt x="49093" y="52911"/>
                  </a:cubicBezTo>
                  <a:cubicBezTo>
                    <a:pt x="53884" y="56087"/>
                    <a:pt x="60084" y="56355"/>
                    <a:pt x="65463" y="57541"/>
                  </a:cubicBezTo>
                  <a:cubicBezTo>
                    <a:pt x="71048" y="58772"/>
                    <a:pt x="75847" y="62359"/>
                    <a:pt x="79657" y="66676"/>
                  </a:cubicBezTo>
                  <a:cubicBezTo>
                    <a:pt x="83270" y="70762"/>
                    <a:pt x="85830" y="75758"/>
                    <a:pt x="87605" y="80629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 rot="-749066">
              <a:off x="6800110" y="-818835"/>
              <a:ext cx="3917819" cy="5748378"/>
            </a:xfrm>
            <a:custGeom>
              <a:rect b="b" l="l" r="r" t="t"/>
              <a:pathLst>
                <a:path extrusionOk="0" fill="none" h="80968" w="81691">
                  <a:moveTo>
                    <a:pt x="0" y="2248"/>
                  </a:moveTo>
                  <a:cubicBezTo>
                    <a:pt x="7994" y="0"/>
                    <a:pt x="16647" y="3399"/>
                    <a:pt x="22651" y="8930"/>
                  </a:cubicBezTo>
                  <a:cubicBezTo>
                    <a:pt x="30305" y="15978"/>
                    <a:pt x="32901" y="24747"/>
                    <a:pt x="35399" y="34311"/>
                  </a:cubicBezTo>
                  <a:cubicBezTo>
                    <a:pt x="37442" y="42125"/>
                    <a:pt x="40725" y="50092"/>
                    <a:pt x="47434" y="54856"/>
                  </a:cubicBezTo>
                  <a:cubicBezTo>
                    <a:pt x="51742" y="57924"/>
                    <a:pt x="57380" y="58344"/>
                    <a:pt x="62216" y="59709"/>
                  </a:cubicBezTo>
                  <a:cubicBezTo>
                    <a:pt x="67292" y="61136"/>
                    <a:pt x="71574" y="64695"/>
                    <a:pt x="75062" y="68799"/>
                  </a:cubicBezTo>
                  <a:cubicBezTo>
                    <a:pt x="78149" y="72421"/>
                    <a:pt x="80334" y="76864"/>
                    <a:pt x="81690" y="80967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3"/>
            <p:cNvSpPr/>
            <p:nvPr/>
          </p:nvSpPr>
          <p:spPr>
            <a:xfrm rot="-749066">
              <a:off x="6802458" y="-784880"/>
              <a:ext cx="3776196" cy="5760376"/>
            </a:xfrm>
            <a:custGeom>
              <a:rect b="b" l="l" r="r" t="t"/>
              <a:pathLst>
                <a:path extrusionOk="0" fill="none" h="81137" w="78738">
                  <a:moveTo>
                    <a:pt x="1" y="2213"/>
                  </a:moveTo>
                  <a:cubicBezTo>
                    <a:pt x="7878" y="0"/>
                    <a:pt x="16353" y="3444"/>
                    <a:pt x="22214" y="8903"/>
                  </a:cubicBezTo>
                  <a:cubicBezTo>
                    <a:pt x="29708" y="15879"/>
                    <a:pt x="32134" y="24426"/>
                    <a:pt x="34356" y="33864"/>
                  </a:cubicBezTo>
                  <a:cubicBezTo>
                    <a:pt x="36309" y="42170"/>
                    <a:pt x="39610" y="50698"/>
                    <a:pt x="46604" y="55828"/>
                  </a:cubicBezTo>
                  <a:cubicBezTo>
                    <a:pt x="50681" y="58825"/>
                    <a:pt x="56025" y="59343"/>
                    <a:pt x="60583" y="60788"/>
                  </a:cubicBezTo>
                  <a:cubicBezTo>
                    <a:pt x="65419" y="62313"/>
                    <a:pt x="69433" y="65864"/>
                    <a:pt x="72770" y="69860"/>
                  </a:cubicBezTo>
                  <a:cubicBezTo>
                    <a:pt x="75589" y="73259"/>
                    <a:pt x="77596" y="77416"/>
                    <a:pt x="78738" y="81137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3"/>
            <p:cNvSpPr/>
            <p:nvPr/>
          </p:nvSpPr>
          <p:spPr>
            <a:xfrm rot="-749066">
              <a:off x="6807172" y="-717644"/>
              <a:ext cx="3492518" cy="5785083"/>
            </a:xfrm>
            <a:custGeom>
              <a:rect b="b" l="l" r="r" t="t"/>
              <a:pathLst>
                <a:path extrusionOk="0" fill="none" h="81485" w="72823">
                  <a:moveTo>
                    <a:pt x="0" y="2159"/>
                  </a:moveTo>
                  <a:cubicBezTo>
                    <a:pt x="7637" y="1"/>
                    <a:pt x="15773" y="3533"/>
                    <a:pt x="21348" y="8850"/>
                  </a:cubicBezTo>
                  <a:cubicBezTo>
                    <a:pt x="28503" y="15693"/>
                    <a:pt x="30564" y="23793"/>
                    <a:pt x="32277" y="32973"/>
                  </a:cubicBezTo>
                  <a:cubicBezTo>
                    <a:pt x="34007" y="42277"/>
                    <a:pt x="37379" y="51894"/>
                    <a:pt x="44944" y="57791"/>
                  </a:cubicBezTo>
                  <a:cubicBezTo>
                    <a:pt x="48575" y="60619"/>
                    <a:pt x="53321" y="61359"/>
                    <a:pt x="57327" y="62956"/>
                  </a:cubicBezTo>
                  <a:cubicBezTo>
                    <a:pt x="61663" y="64687"/>
                    <a:pt x="65160" y="68193"/>
                    <a:pt x="68166" y="72002"/>
                  </a:cubicBezTo>
                  <a:cubicBezTo>
                    <a:pt x="70477" y="74919"/>
                    <a:pt x="72100" y="78532"/>
                    <a:pt x="72823" y="81485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3"/>
            <p:cNvSpPr/>
            <p:nvPr/>
          </p:nvSpPr>
          <p:spPr>
            <a:xfrm rot="-749066">
              <a:off x="6809955" y="-683695"/>
              <a:ext cx="3350080" cy="5797152"/>
            </a:xfrm>
            <a:custGeom>
              <a:rect b="b" l="l" r="r" t="t"/>
              <a:pathLst>
                <a:path extrusionOk="0" fill="none" h="81655" w="69853">
                  <a:moveTo>
                    <a:pt x="0" y="2132"/>
                  </a:moveTo>
                  <a:cubicBezTo>
                    <a:pt x="7512" y="0"/>
                    <a:pt x="15479" y="3578"/>
                    <a:pt x="20911" y="8823"/>
                  </a:cubicBezTo>
                  <a:cubicBezTo>
                    <a:pt x="27897" y="15594"/>
                    <a:pt x="29743" y="23471"/>
                    <a:pt x="31224" y="32526"/>
                  </a:cubicBezTo>
                  <a:cubicBezTo>
                    <a:pt x="32830" y="42330"/>
                    <a:pt x="36273" y="52474"/>
                    <a:pt x="44106" y="58763"/>
                  </a:cubicBezTo>
                  <a:cubicBezTo>
                    <a:pt x="47523" y="61502"/>
                    <a:pt x="51966" y="62367"/>
                    <a:pt x="55695" y="64044"/>
                  </a:cubicBezTo>
                  <a:cubicBezTo>
                    <a:pt x="59780" y="65882"/>
                    <a:pt x="63019" y="69352"/>
                    <a:pt x="65865" y="73063"/>
                  </a:cubicBezTo>
                  <a:cubicBezTo>
                    <a:pt x="67916" y="75740"/>
                    <a:pt x="69344" y="79085"/>
                    <a:pt x="69852" y="81654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3"/>
            <p:cNvSpPr/>
            <p:nvPr/>
          </p:nvSpPr>
          <p:spPr>
            <a:xfrm rot="-749066">
              <a:off x="6814700" y="-615821"/>
              <a:ext cx="3066403" cy="5821219"/>
            </a:xfrm>
            <a:custGeom>
              <a:rect b="b" l="l" r="r" t="t"/>
              <a:pathLst>
                <a:path extrusionOk="0" fill="none" h="81994" w="63938">
                  <a:moveTo>
                    <a:pt x="0" y="2061"/>
                  </a:moveTo>
                  <a:cubicBezTo>
                    <a:pt x="7271" y="1"/>
                    <a:pt x="14898" y="3658"/>
                    <a:pt x="20046" y="8770"/>
                  </a:cubicBezTo>
                  <a:cubicBezTo>
                    <a:pt x="26692" y="15398"/>
                    <a:pt x="28092" y="22838"/>
                    <a:pt x="29145" y="31635"/>
                  </a:cubicBezTo>
                  <a:cubicBezTo>
                    <a:pt x="30439" y="42438"/>
                    <a:pt x="34105" y="53589"/>
                    <a:pt x="42446" y="60708"/>
                  </a:cubicBezTo>
                  <a:cubicBezTo>
                    <a:pt x="45435" y="63260"/>
                    <a:pt x="49253" y="64384"/>
                    <a:pt x="52438" y="66203"/>
                  </a:cubicBezTo>
                  <a:cubicBezTo>
                    <a:pt x="56024" y="68255"/>
                    <a:pt x="58763" y="71672"/>
                    <a:pt x="61270" y="75187"/>
                  </a:cubicBezTo>
                  <a:cubicBezTo>
                    <a:pt x="62822" y="77373"/>
                    <a:pt x="63857" y="80192"/>
                    <a:pt x="63937" y="81994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3"/>
            <p:cNvSpPr/>
            <p:nvPr/>
          </p:nvSpPr>
          <p:spPr>
            <a:xfrm rot="-749066">
              <a:off x="6816977" y="-582515"/>
              <a:ext cx="2930774" cy="5833218"/>
            </a:xfrm>
            <a:custGeom>
              <a:rect b="b" l="l" r="r" t="t"/>
              <a:pathLst>
                <a:path extrusionOk="0" fill="none" h="82163" w="61110">
                  <a:moveTo>
                    <a:pt x="0" y="2034"/>
                  </a:moveTo>
                  <a:cubicBezTo>
                    <a:pt x="7146" y="0"/>
                    <a:pt x="14613" y="3694"/>
                    <a:pt x="19609" y="8743"/>
                  </a:cubicBezTo>
                  <a:cubicBezTo>
                    <a:pt x="26094" y="15300"/>
                    <a:pt x="27254" y="22526"/>
                    <a:pt x="28102" y="31188"/>
                  </a:cubicBezTo>
                  <a:cubicBezTo>
                    <a:pt x="29217" y="42491"/>
                    <a:pt x="33044" y="54124"/>
                    <a:pt x="41617" y="61680"/>
                  </a:cubicBezTo>
                  <a:cubicBezTo>
                    <a:pt x="44400" y="64133"/>
                    <a:pt x="47898" y="65391"/>
                    <a:pt x="50815" y="67292"/>
                  </a:cubicBezTo>
                  <a:cubicBezTo>
                    <a:pt x="54142" y="69450"/>
                    <a:pt x="56640" y="72814"/>
                    <a:pt x="58969" y="76248"/>
                  </a:cubicBezTo>
                  <a:cubicBezTo>
                    <a:pt x="60280" y="78184"/>
                    <a:pt x="61110" y="80753"/>
                    <a:pt x="60976" y="82163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3"/>
            <p:cNvSpPr/>
            <p:nvPr/>
          </p:nvSpPr>
          <p:spPr>
            <a:xfrm rot="-749066">
              <a:off x="6819209" y="-549628"/>
              <a:ext cx="2799031" cy="5845216"/>
            </a:xfrm>
            <a:custGeom>
              <a:rect b="b" l="l" r="r" t="t"/>
              <a:pathLst>
                <a:path extrusionOk="0" fill="none" h="82332" w="58363">
                  <a:moveTo>
                    <a:pt x="1" y="1998"/>
                  </a:moveTo>
                  <a:cubicBezTo>
                    <a:pt x="7031" y="0"/>
                    <a:pt x="14319" y="3738"/>
                    <a:pt x="19172" y="8716"/>
                  </a:cubicBezTo>
                  <a:cubicBezTo>
                    <a:pt x="25497" y="15202"/>
                    <a:pt x="26407" y="22204"/>
                    <a:pt x="27067" y="30733"/>
                  </a:cubicBezTo>
                  <a:cubicBezTo>
                    <a:pt x="27968" y="42544"/>
                    <a:pt x="32001" y="54641"/>
                    <a:pt x="40788" y="62652"/>
                  </a:cubicBezTo>
                  <a:cubicBezTo>
                    <a:pt x="43366" y="65007"/>
                    <a:pt x="46542" y="66408"/>
                    <a:pt x="49182" y="68371"/>
                  </a:cubicBezTo>
                  <a:cubicBezTo>
                    <a:pt x="52260" y="70654"/>
                    <a:pt x="54526" y="73964"/>
                    <a:pt x="56667" y="77309"/>
                  </a:cubicBezTo>
                  <a:cubicBezTo>
                    <a:pt x="57747" y="78996"/>
                    <a:pt x="58362" y="81306"/>
                    <a:pt x="58023" y="823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3"/>
            <p:cNvSpPr/>
            <p:nvPr/>
          </p:nvSpPr>
          <p:spPr>
            <a:xfrm rot="-749066">
              <a:off x="6823714" y="-483973"/>
              <a:ext cx="2535880" cy="5869354"/>
            </a:xfrm>
            <a:custGeom>
              <a:rect b="b" l="l" r="r" t="t"/>
              <a:pathLst>
                <a:path extrusionOk="0" fill="none" h="82672" w="52876">
                  <a:moveTo>
                    <a:pt x="0" y="1936"/>
                  </a:moveTo>
                  <a:cubicBezTo>
                    <a:pt x="6789" y="1"/>
                    <a:pt x="13739" y="3819"/>
                    <a:pt x="18306" y="8663"/>
                  </a:cubicBezTo>
                  <a:cubicBezTo>
                    <a:pt x="24292" y="15015"/>
                    <a:pt x="24694" y="21554"/>
                    <a:pt x="24979" y="29841"/>
                  </a:cubicBezTo>
                  <a:cubicBezTo>
                    <a:pt x="25425" y="42643"/>
                    <a:pt x="29975" y="55614"/>
                    <a:pt x="39128" y="64606"/>
                  </a:cubicBezTo>
                  <a:cubicBezTo>
                    <a:pt x="41305" y="66747"/>
                    <a:pt x="43821" y="68442"/>
                    <a:pt x="45926" y="70539"/>
                  </a:cubicBezTo>
                  <a:cubicBezTo>
                    <a:pt x="48477" y="73055"/>
                    <a:pt x="50360" y="76222"/>
                    <a:pt x="52073" y="79442"/>
                  </a:cubicBezTo>
                  <a:cubicBezTo>
                    <a:pt x="52697" y="80602"/>
                    <a:pt x="52875" y="82413"/>
                    <a:pt x="52108" y="8267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3"/>
            <p:cNvSpPr/>
            <p:nvPr/>
          </p:nvSpPr>
          <p:spPr>
            <a:xfrm rot="-749066">
              <a:off x="6750145" y="-451382"/>
              <a:ext cx="2406679" cy="5890227"/>
            </a:xfrm>
            <a:custGeom>
              <a:rect b="b" l="l" r="r" t="t"/>
              <a:pathLst>
                <a:path extrusionOk="0" fill="none" h="82966" w="50182">
                  <a:moveTo>
                    <a:pt x="1" y="1909"/>
                  </a:moveTo>
                  <a:cubicBezTo>
                    <a:pt x="6674" y="0"/>
                    <a:pt x="13454" y="3863"/>
                    <a:pt x="17878" y="8636"/>
                  </a:cubicBezTo>
                  <a:cubicBezTo>
                    <a:pt x="23695" y="14916"/>
                    <a:pt x="23829" y="21223"/>
                    <a:pt x="23945" y="29395"/>
                  </a:cubicBezTo>
                  <a:cubicBezTo>
                    <a:pt x="24123" y="42687"/>
                    <a:pt x="29021" y="56060"/>
                    <a:pt x="38299" y="65579"/>
                  </a:cubicBezTo>
                  <a:cubicBezTo>
                    <a:pt x="40279" y="67612"/>
                    <a:pt x="42447" y="69468"/>
                    <a:pt x="44303" y="71618"/>
                  </a:cubicBezTo>
                  <a:cubicBezTo>
                    <a:pt x="46577" y="74259"/>
                    <a:pt x="48344" y="77319"/>
                    <a:pt x="49780" y="80503"/>
                  </a:cubicBezTo>
                  <a:cubicBezTo>
                    <a:pt x="50182" y="81404"/>
                    <a:pt x="50128" y="82966"/>
                    <a:pt x="49147" y="8284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p13"/>
          <p:cNvSpPr txBox="1"/>
          <p:nvPr>
            <p:ph idx="1" type="subTitle"/>
          </p:nvPr>
        </p:nvSpPr>
        <p:spPr>
          <a:xfrm>
            <a:off x="1940875" y="2279803"/>
            <a:ext cx="23031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234" name="Google Shape;234;p13"/>
          <p:cNvSpPr txBox="1"/>
          <p:nvPr>
            <p:ph hasCustomPrompt="1" type="title"/>
          </p:nvPr>
        </p:nvSpPr>
        <p:spPr>
          <a:xfrm>
            <a:off x="2650375" y="1404400"/>
            <a:ext cx="884100" cy="51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13"/>
          <p:cNvSpPr txBox="1"/>
          <p:nvPr>
            <p:ph idx="2" type="subTitle"/>
          </p:nvPr>
        </p:nvSpPr>
        <p:spPr>
          <a:xfrm>
            <a:off x="1940875" y="1918300"/>
            <a:ext cx="2303100" cy="437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 sz="20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236" name="Google Shape;236;p13"/>
          <p:cNvSpPr txBox="1"/>
          <p:nvPr>
            <p:ph idx="3"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7" name="Google Shape;237;p13"/>
          <p:cNvSpPr txBox="1"/>
          <p:nvPr>
            <p:ph idx="4" type="subTitle"/>
          </p:nvPr>
        </p:nvSpPr>
        <p:spPr>
          <a:xfrm>
            <a:off x="1940875" y="3808850"/>
            <a:ext cx="23031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238" name="Google Shape;238;p13"/>
          <p:cNvSpPr txBox="1"/>
          <p:nvPr>
            <p:ph hasCustomPrompt="1" idx="5" type="title"/>
          </p:nvPr>
        </p:nvSpPr>
        <p:spPr>
          <a:xfrm>
            <a:off x="2650375" y="2933450"/>
            <a:ext cx="884100" cy="51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39" name="Google Shape;239;p13"/>
          <p:cNvSpPr txBox="1"/>
          <p:nvPr>
            <p:ph idx="6" type="subTitle"/>
          </p:nvPr>
        </p:nvSpPr>
        <p:spPr>
          <a:xfrm>
            <a:off x="1940875" y="3447350"/>
            <a:ext cx="2303100" cy="437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 sz="20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240" name="Google Shape;240;p13"/>
          <p:cNvSpPr txBox="1"/>
          <p:nvPr>
            <p:ph idx="7" type="subTitle"/>
          </p:nvPr>
        </p:nvSpPr>
        <p:spPr>
          <a:xfrm>
            <a:off x="4900000" y="2279803"/>
            <a:ext cx="23031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241" name="Google Shape;241;p13"/>
          <p:cNvSpPr txBox="1"/>
          <p:nvPr>
            <p:ph hasCustomPrompt="1" idx="8" type="title"/>
          </p:nvPr>
        </p:nvSpPr>
        <p:spPr>
          <a:xfrm>
            <a:off x="5609500" y="1404400"/>
            <a:ext cx="884100" cy="51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42" name="Google Shape;242;p13"/>
          <p:cNvSpPr txBox="1"/>
          <p:nvPr>
            <p:ph idx="9" type="subTitle"/>
          </p:nvPr>
        </p:nvSpPr>
        <p:spPr>
          <a:xfrm>
            <a:off x="4900000" y="1918300"/>
            <a:ext cx="2303100" cy="437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 sz="20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243" name="Google Shape;243;p13"/>
          <p:cNvSpPr txBox="1"/>
          <p:nvPr>
            <p:ph idx="13" type="subTitle"/>
          </p:nvPr>
        </p:nvSpPr>
        <p:spPr>
          <a:xfrm>
            <a:off x="4900000" y="3808850"/>
            <a:ext cx="23031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244" name="Google Shape;244;p13"/>
          <p:cNvSpPr txBox="1"/>
          <p:nvPr>
            <p:ph hasCustomPrompt="1" idx="14" type="title"/>
          </p:nvPr>
        </p:nvSpPr>
        <p:spPr>
          <a:xfrm>
            <a:off x="5609500" y="2933450"/>
            <a:ext cx="884100" cy="51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Poppins"/>
              <a:buNone/>
              <a:defRPr b="1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/>
          <p:nvPr>
            <p:ph idx="15" type="subTitle"/>
          </p:nvPr>
        </p:nvSpPr>
        <p:spPr>
          <a:xfrm>
            <a:off x="4900000" y="3447350"/>
            <a:ext cx="2303100" cy="437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 sz="20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 txBox="1"/>
          <p:nvPr>
            <p:ph idx="1" type="subTitle"/>
          </p:nvPr>
        </p:nvSpPr>
        <p:spPr>
          <a:xfrm>
            <a:off x="2514550" y="1576950"/>
            <a:ext cx="4115100" cy="1295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Medium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14"/>
          <p:cNvSpPr txBox="1"/>
          <p:nvPr>
            <p:ph type="title"/>
          </p:nvPr>
        </p:nvSpPr>
        <p:spPr>
          <a:xfrm>
            <a:off x="2514350" y="3024450"/>
            <a:ext cx="4115100" cy="54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Font typeface="Poppins Black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249" name="Google Shape;249;p14"/>
          <p:cNvGrpSpPr/>
          <p:nvPr/>
        </p:nvGrpSpPr>
        <p:grpSpPr>
          <a:xfrm>
            <a:off x="-1020000" y="-128489"/>
            <a:ext cx="3021607" cy="3684906"/>
            <a:chOff x="-905700" y="-825164"/>
            <a:chExt cx="3021607" cy="3684906"/>
          </a:xfrm>
        </p:grpSpPr>
        <p:sp>
          <p:nvSpPr>
            <p:cNvPr id="250" name="Google Shape;250;p14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" name="Google Shape;261;p14"/>
          <p:cNvGrpSpPr/>
          <p:nvPr/>
        </p:nvGrpSpPr>
        <p:grpSpPr>
          <a:xfrm rot="456924">
            <a:off x="-2184636" y="1694432"/>
            <a:ext cx="13080739" cy="6132081"/>
            <a:chOff x="-646164" y="1578382"/>
            <a:chExt cx="11382114" cy="6131978"/>
          </a:xfrm>
        </p:grpSpPr>
        <p:sp>
          <p:nvSpPr>
            <p:cNvPr id="262" name="Google Shape;262;p14"/>
            <p:cNvSpPr/>
            <p:nvPr/>
          </p:nvSpPr>
          <p:spPr>
            <a:xfrm flipH="1" rot="832380">
              <a:off x="794617" y="1982448"/>
              <a:ext cx="8500553" cy="4596135"/>
            </a:xfrm>
            <a:custGeom>
              <a:rect b="b" l="l" r="r" t="t"/>
              <a:pathLst>
                <a:path extrusionOk="0" fill="none" h="80121" w="96482">
                  <a:moveTo>
                    <a:pt x="1" y="2410"/>
                  </a:moveTo>
                  <a:cubicBezTo>
                    <a:pt x="8601" y="1"/>
                    <a:pt x="18093" y="3195"/>
                    <a:pt x="24819" y="9065"/>
                  </a:cubicBezTo>
                  <a:cubicBezTo>
                    <a:pt x="33303" y="16469"/>
                    <a:pt x="36345" y="26550"/>
                    <a:pt x="40600" y="36550"/>
                  </a:cubicBezTo>
                  <a:cubicBezTo>
                    <a:pt x="42929" y="42010"/>
                    <a:pt x="46372" y="46952"/>
                    <a:pt x="51582" y="49985"/>
                  </a:cubicBezTo>
                  <a:cubicBezTo>
                    <a:pt x="57149" y="53232"/>
                    <a:pt x="64143" y="53366"/>
                    <a:pt x="70352" y="54294"/>
                  </a:cubicBezTo>
                  <a:cubicBezTo>
                    <a:pt x="76686" y="55240"/>
                    <a:pt x="82253" y="58853"/>
                    <a:pt x="86553" y="63492"/>
                  </a:cubicBezTo>
                  <a:cubicBezTo>
                    <a:pt x="90969" y="68246"/>
                    <a:pt x="94064" y="74090"/>
                    <a:pt x="96482" y="8012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 flipH="1" rot="832380">
              <a:off x="1040572" y="2023963"/>
              <a:ext cx="8240378" cy="4605829"/>
            </a:xfrm>
            <a:custGeom>
              <a:rect b="b" l="l" r="r" t="t"/>
              <a:pathLst>
                <a:path extrusionOk="0" fill="none" h="80290" w="93529">
                  <a:moveTo>
                    <a:pt x="0" y="2374"/>
                  </a:moveTo>
                  <a:cubicBezTo>
                    <a:pt x="8475" y="1"/>
                    <a:pt x="17806" y="3239"/>
                    <a:pt x="24381" y="9038"/>
                  </a:cubicBezTo>
                  <a:cubicBezTo>
                    <a:pt x="32705" y="16371"/>
                    <a:pt x="35720" y="26157"/>
                    <a:pt x="39556" y="36095"/>
                  </a:cubicBezTo>
                  <a:cubicBezTo>
                    <a:pt x="41849" y="42018"/>
                    <a:pt x="45239" y="47594"/>
                    <a:pt x="50752" y="50966"/>
                  </a:cubicBezTo>
                  <a:cubicBezTo>
                    <a:pt x="56051" y="54205"/>
                    <a:pt x="62786" y="54374"/>
                    <a:pt x="68719" y="55373"/>
                  </a:cubicBezTo>
                  <a:cubicBezTo>
                    <a:pt x="74803" y="56426"/>
                    <a:pt x="80120" y="60021"/>
                    <a:pt x="84259" y="64553"/>
                  </a:cubicBezTo>
                  <a:cubicBezTo>
                    <a:pt x="88399" y="69085"/>
                    <a:pt x="91316" y="74643"/>
                    <a:pt x="93528" y="8029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 flipH="1" rot="832380">
              <a:off x="1534150" y="2107164"/>
              <a:ext cx="7718532" cy="4625276"/>
            </a:xfrm>
            <a:custGeom>
              <a:rect b="b" l="l" r="r" t="t"/>
              <a:pathLst>
                <a:path extrusionOk="0" fill="none" h="80629" w="87606">
                  <a:moveTo>
                    <a:pt x="1" y="2312"/>
                  </a:moveTo>
                  <a:cubicBezTo>
                    <a:pt x="8235" y="1"/>
                    <a:pt x="17227" y="3320"/>
                    <a:pt x="23517" y="8984"/>
                  </a:cubicBezTo>
                  <a:cubicBezTo>
                    <a:pt x="31501" y="16175"/>
                    <a:pt x="34365" y="25426"/>
                    <a:pt x="37478" y="35203"/>
                  </a:cubicBezTo>
                  <a:cubicBezTo>
                    <a:pt x="39664" y="42063"/>
                    <a:pt x="42982" y="48852"/>
                    <a:pt x="49093" y="52911"/>
                  </a:cubicBezTo>
                  <a:cubicBezTo>
                    <a:pt x="53884" y="56087"/>
                    <a:pt x="60084" y="56355"/>
                    <a:pt x="65463" y="57541"/>
                  </a:cubicBezTo>
                  <a:cubicBezTo>
                    <a:pt x="71048" y="58772"/>
                    <a:pt x="75847" y="62359"/>
                    <a:pt x="79657" y="66676"/>
                  </a:cubicBezTo>
                  <a:cubicBezTo>
                    <a:pt x="83270" y="70762"/>
                    <a:pt x="85830" y="75758"/>
                    <a:pt x="87605" y="80629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 flipH="1" rot="832380">
              <a:off x="1780172" y="2148692"/>
              <a:ext cx="7458358" cy="4635028"/>
            </a:xfrm>
            <a:custGeom>
              <a:rect b="b" l="l" r="r" t="t"/>
              <a:pathLst>
                <a:path extrusionOk="0" fill="none" h="80799" w="84653">
                  <a:moveTo>
                    <a:pt x="1" y="2284"/>
                  </a:moveTo>
                  <a:cubicBezTo>
                    <a:pt x="8119" y="1"/>
                    <a:pt x="16933" y="3364"/>
                    <a:pt x="23089" y="8957"/>
                  </a:cubicBezTo>
                  <a:cubicBezTo>
                    <a:pt x="30903" y="16076"/>
                    <a:pt x="33642" y="25087"/>
                    <a:pt x="36435" y="34757"/>
                  </a:cubicBezTo>
                  <a:cubicBezTo>
                    <a:pt x="38558" y="42090"/>
                    <a:pt x="41850" y="49477"/>
                    <a:pt x="48264" y="53883"/>
                  </a:cubicBezTo>
                  <a:cubicBezTo>
                    <a:pt x="52814" y="57015"/>
                    <a:pt x="58728" y="57354"/>
                    <a:pt x="63840" y="58621"/>
                  </a:cubicBezTo>
                  <a:cubicBezTo>
                    <a:pt x="69175" y="59950"/>
                    <a:pt x="73707" y="63527"/>
                    <a:pt x="77364" y="67738"/>
                  </a:cubicBezTo>
                  <a:cubicBezTo>
                    <a:pt x="80710" y="71592"/>
                    <a:pt x="83083" y="76311"/>
                    <a:pt x="84653" y="80798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 flipH="1" rot="832380">
              <a:off x="2272950" y="2231837"/>
              <a:ext cx="6937216" cy="4654417"/>
            </a:xfrm>
            <a:custGeom>
              <a:rect b="b" l="l" r="r" t="t"/>
              <a:pathLst>
                <a:path extrusionOk="0" fill="none" h="81137" w="78738">
                  <a:moveTo>
                    <a:pt x="1" y="2213"/>
                  </a:moveTo>
                  <a:cubicBezTo>
                    <a:pt x="7878" y="0"/>
                    <a:pt x="16353" y="3444"/>
                    <a:pt x="22214" y="8903"/>
                  </a:cubicBezTo>
                  <a:cubicBezTo>
                    <a:pt x="29708" y="15879"/>
                    <a:pt x="32134" y="24426"/>
                    <a:pt x="34356" y="33864"/>
                  </a:cubicBezTo>
                  <a:cubicBezTo>
                    <a:pt x="36309" y="42170"/>
                    <a:pt x="39610" y="50698"/>
                    <a:pt x="46604" y="55828"/>
                  </a:cubicBezTo>
                  <a:cubicBezTo>
                    <a:pt x="50681" y="58825"/>
                    <a:pt x="56025" y="59343"/>
                    <a:pt x="60583" y="60788"/>
                  </a:cubicBezTo>
                  <a:cubicBezTo>
                    <a:pt x="65419" y="62313"/>
                    <a:pt x="69433" y="65864"/>
                    <a:pt x="72770" y="69860"/>
                  </a:cubicBezTo>
                  <a:cubicBezTo>
                    <a:pt x="75589" y="73259"/>
                    <a:pt x="77596" y="77416"/>
                    <a:pt x="78738" y="81137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 flipH="1" rot="832380">
              <a:off x="2519881" y="2272960"/>
              <a:ext cx="6676337" cy="4664686"/>
            </a:xfrm>
            <a:custGeom>
              <a:rect b="b" l="l" r="r" t="t"/>
              <a:pathLst>
                <a:path extrusionOk="0" fill="none" h="81316" w="75777">
                  <a:moveTo>
                    <a:pt x="1" y="2195"/>
                  </a:moveTo>
                  <a:cubicBezTo>
                    <a:pt x="7762" y="1"/>
                    <a:pt x="16068" y="3489"/>
                    <a:pt x="21786" y="8886"/>
                  </a:cubicBezTo>
                  <a:cubicBezTo>
                    <a:pt x="29101" y="15791"/>
                    <a:pt x="31358" y="24114"/>
                    <a:pt x="33312" y="33419"/>
                  </a:cubicBezTo>
                  <a:cubicBezTo>
                    <a:pt x="35168" y="42224"/>
                    <a:pt x="38495" y="51306"/>
                    <a:pt x="45775" y="56810"/>
                  </a:cubicBezTo>
                  <a:cubicBezTo>
                    <a:pt x="49629" y="59727"/>
                    <a:pt x="54678" y="60360"/>
                    <a:pt x="58960" y="61877"/>
                  </a:cubicBezTo>
                  <a:cubicBezTo>
                    <a:pt x="63537" y="63509"/>
                    <a:pt x="67301" y="67033"/>
                    <a:pt x="70468" y="70941"/>
                  </a:cubicBezTo>
                  <a:cubicBezTo>
                    <a:pt x="73029" y="74090"/>
                    <a:pt x="74849" y="77979"/>
                    <a:pt x="75776" y="81316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 flipH="1" rot="832380">
              <a:off x="3012652" y="2356003"/>
              <a:ext cx="6154403" cy="4684132"/>
            </a:xfrm>
            <a:custGeom>
              <a:rect b="b" l="l" r="r" t="t"/>
              <a:pathLst>
                <a:path extrusionOk="0" fill="none" h="81655" w="69853">
                  <a:moveTo>
                    <a:pt x="0" y="2132"/>
                  </a:moveTo>
                  <a:cubicBezTo>
                    <a:pt x="7512" y="0"/>
                    <a:pt x="15479" y="3578"/>
                    <a:pt x="20911" y="8823"/>
                  </a:cubicBezTo>
                  <a:cubicBezTo>
                    <a:pt x="27897" y="15594"/>
                    <a:pt x="29743" y="23471"/>
                    <a:pt x="31224" y="32526"/>
                  </a:cubicBezTo>
                  <a:cubicBezTo>
                    <a:pt x="32830" y="42330"/>
                    <a:pt x="36273" y="52474"/>
                    <a:pt x="44106" y="58763"/>
                  </a:cubicBezTo>
                  <a:cubicBezTo>
                    <a:pt x="47523" y="61502"/>
                    <a:pt x="51966" y="62367"/>
                    <a:pt x="55695" y="64044"/>
                  </a:cubicBezTo>
                  <a:cubicBezTo>
                    <a:pt x="59780" y="65882"/>
                    <a:pt x="63019" y="69352"/>
                    <a:pt x="65865" y="73063"/>
                  </a:cubicBezTo>
                  <a:cubicBezTo>
                    <a:pt x="67916" y="75740"/>
                    <a:pt x="69344" y="79085"/>
                    <a:pt x="69852" y="81654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 flipH="1" rot="832380">
              <a:off x="3259474" y="2397633"/>
              <a:ext cx="5893436" cy="4693827"/>
            </a:xfrm>
            <a:custGeom>
              <a:rect b="b" l="l" r="r" t="t"/>
              <a:pathLst>
                <a:path extrusionOk="0" fill="none" h="81824" w="66891">
                  <a:moveTo>
                    <a:pt x="1" y="2096"/>
                  </a:moveTo>
                  <a:cubicBezTo>
                    <a:pt x="7387" y="0"/>
                    <a:pt x="15184" y="3613"/>
                    <a:pt x="20475" y="8796"/>
                  </a:cubicBezTo>
                  <a:cubicBezTo>
                    <a:pt x="27290" y="15496"/>
                    <a:pt x="28923" y="23159"/>
                    <a:pt x="30190" y="32080"/>
                  </a:cubicBezTo>
                  <a:cubicBezTo>
                    <a:pt x="31644" y="42384"/>
                    <a:pt x="35185" y="53035"/>
                    <a:pt x="43277" y="59735"/>
                  </a:cubicBezTo>
                  <a:cubicBezTo>
                    <a:pt x="46479" y="62385"/>
                    <a:pt x="50610" y="63375"/>
                    <a:pt x="54062" y="65123"/>
                  </a:cubicBezTo>
                  <a:cubicBezTo>
                    <a:pt x="57898" y="67068"/>
                    <a:pt x="60896" y="70512"/>
                    <a:pt x="63563" y="74125"/>
                  </a:cubicBezTo>
                  <a:cubicBezTo>
                    <a:pt x="65365" y="76560"/>
                    <a:pt x="66605" y="79638"/>
                    <a:pt x="66891" y="81823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 flipH="1" rot="832380">
              <a:off x="3505449" y="2520751"/>
              <a:ext cx="5633261" cy="4703579"/>
            </a:xfrm>
            <a:custGeom>
              <a:rect b="b" l="l" r="r" t="t"/>
              <a:pathLst>
                <a:path extrusionOk="0" fill="none" h="81994" w="63938">
                  <a:moveTo>
                    <a:pt x="0" y="2061"/>
                  </a:moveTo>
                  <a:cubicBezTo>
                    <a:pt x="7271" y="1"/>
                    <a:pt x="14898" y="3658"/>
                    <a:pt x="20046" y="8770"/>
                  </a:cubicBezTo>
                  <a:cubicBezTo>
                    <a:pt x="26692" y="15398"/>
                    <a:pt x="28092" y="22838"/>
                    <a:pt x="29145" y="31635"/>
                  </a:cubicBezTo>
                  <a:cubicBezTo>
                    <a:pt x="30439" y="42438"/>
                    <a:pt x="34105" y="53589"/>
                    <a:pt x="42446" y="60708"/>
                  </a:cubicBezTo>
                  <a:cubicBezTo>
                    <a:pt x="45435" y="63260"/>
                    <a:pt x="49253" y="64384"/>
                    <a:pt x="52438" y="66203"/>
                  </a:cubicBezTo>
                  <a:cubicBezTo>
                    <a:pt x="56024" y="68255"/>
                    <a:pt x="58763" y="71672"/>
                    <a:pt x="61270" y="75187"/>
                  </a:cubicBezTo>
                  <a:cubicBezTo>
                    <a:pt x="62822" y="77373"/>
                    <a:pt x="63857" y="80192"/>
                    <a:pt x="63937" y="81994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 flipH="1" rot="832380">
              <a:off x="3968794" y="2600326"/>
              <a:ext cx="5142076" cy="4722968"/>
            </a:xfrm>
            <a:custGeom>
              <a:rect b="b" l="l" r="r" t="t"/>
              <a:pathLst>
                <a:path extrusionOk="0" fill="none" h="82332" w="58363">
                  <a:moveTo>
                    <a:pt x="1" y="1998"/>
                  </a:moveTo>
                  <a:cubicBezTo>
                    <a:pt x="7031" y="0"/>
                    <a:pt x="14319" y="3738"/>
                    <a:pt x="19172" y="8716"/>
                  </a:cubicBezTo>
                  <a:cubicBezTo>
                    <a:pt x="25497" y="15202"/>
                    <a:pt x="26407" y="22204"/>
                    <a:pt x="27067" y="30733"/>
                  </a:cubicBezTo>
                  <a:cubicBezTo>
                    <a:pt x="27968" y="42544"/>
                    <a:pt x="32001" y="54641"/>
                    <a:pt x="40788" y="62652"/>
                  </a:cubicBezTo>
                  <a:cubicBezTo>
                    <a:pt x="43366" y="65007"/>
                    <a:pt x="46542" y="66408"/>
                    <a:pt x="49182" y="68371"/>
                  </a:cubicBezTo>
                  <a:cubicBezTo>
                    <a:pt x="52260" y="70654"/>
                    <a:pt x="54526" y="73964"/>
                    <a:pt x="56667" y="77309"/>
                  </a:cubicBezTo>
                  <a:cubicBezTo>
                    <a:pt x="57747" y="78996"/>
                    <a:pt x="58362" y="81306"/>
                    <a:pt x="58023" y="823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 flipH="1" rot="832380">
              <a:off x="4424414" y="2678893"/>
              <a:ext cx="4658643" cy="4742472"/>
            </a:xfrm>
            <a:custGeom>
              <a:rect b="b" l="l" r="r" t="t"/>
              <a:pathLst>
                <a:path extrusionOk="0" fill="none" h="82672" w="52876">
                  <a:moveTo>
                    <a:pt x="0" y="1936"/>
                  </a:moveTo>
                  <a:cubicBezTo>
                    <a:pt x="6789" y="1"/>
                    <a:pt x="13739" y="3819"/>
                    <a:pt x="18306" y="8663"/>
                  </a:cubicBezTo>
                  <a:cubicBezTo>
                    <a:pt x="24292" y="15015"/>
                    <a:pt x="24694" y="21554"/>
                    <a:pt x="24979" y="29841"/>
                  </a:cubicBezTo>
                  <a:cubicBezTo>
                    <a:pt x="25425" y="42643"/>
                    <a:pt x="29975" y="55614"/>
                    <a:pt x="39128" y="64606"/>
                  </a:cubicBezTo>
                  <a:cubicBezTo>
                    <a:pt x="41305" y="66747"/>
                    <a:pt x="43821" y="68442"/>
                    <a:pt x="45926" y="70539"/>
                  </a:cubicBezTo>
                  <a:cubicBezTo>
                    <a:pt x="48477" y="73055"/>
                    <a:pt x="50360" y="76222"/>
                    <a:pt x="52073" y="79442"/>
                  </a:cubicBezTo>
                  <a:cubicBezTo>
                    <a:pt x="52697" y="80602"/>
                    <a:pt x="52875" y="82413"/>
                    <a:pt x="52108" y="8267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 flipH="1" rot="832380">
              <a:off x="4645527" y="2880040"/>
              <a:ext cx="4421288" cy="4759338"/>
            </a:xfrm>
            <a:custGeom>
              <a:rect b="b" l="l" r="r" t="t"/>
              <a:pathLst>
                <a:path extrusionOk="0" fill="none" h="82966" w="50182">
                  <a:moveTo>
                    <a:pt x="1" y="1909"/>
                  </a:moveTo>
                  <a:cubicBezTo>
                    <a:pt x="6674" y="0"/>
                    <a:pt x="13454" y="3863"/>
                    <a:pt x="17878" y="8636"/>
                  </a:cubicBezTo>
                  <a:cubicBezTo>
                    <a:pt x="23695" y="14916"/>
                    <a:pt x="23829" y="21223"/>
                    <a:pt x="23945" y="29395"/>
                  </a:cubicBezTo>
                  <a:cubicBezTo>
                    <a:pt x="24123" y="42687"/>
                    <a:pt x="29021" y="56060"/>
                    <a:pt x="38299" y="65579"/>
                  </a:cubicBezTo>
                  <a:cubicBezTo>
                    <a:pt x="40279" y="67612"/>
                    <a:pt x="42447" y="69468"/>
                    <a:pt x="44303" y="71618"/>
                  </a:cubicBezTo>
                  <a:cubicBezTo>
                    <a:pt x="46577" y="74259"/>
                    <a:pt x="48344" y="77319"/>
                    <a:pt x="49780" y="80503"/>
                  </a:cubicBezTo>
                  <a:cubicBezTo>
                    <a:pt x="50182" y="81404"/>
                    <a:pt x="50128" y="82966"/>
                    <a:pt x="49147" y="8284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 flipH="1" rot="832380">
              <a:off x="4664577" y="3057840"/>
              <a:ext cx="4421288" cy="4759338"/>
            </a:xfrm>
            <a:custGeom>
              <a:rect b="b" l="l" r="r" t="t"/>
              <a:pathLst>
                <a:path extrusionOk="0" fill="none" h="82966" w="50182">
                  <a:moveTo>
                    <a:pt x="1" y="1909"/>
                  </a:moveTo>
                  <a:cubicBezTo>
                    <a:pt x="6674" y="0"/>
                    <a:pt x="13454" y="3863"/>
                    <a:pt x="17878" y="8636"/>
                  </a:cubicBezTo>
                  <a:cubicBezTo>
                    <a:pt x="23695" y="14916"/>
                    <a:pt x="23829" y="21223"/>
                    <a:pt x="23945" y="29395"/>
                  </a:cubicBezTo>
                  <a:cubicBezTo>
                    <a:pt x="24123" y="42687"/>
                    <a:pt x="29021" y="56060"/>
                    <a:pt x="38299" y="65579"/>
                  </a:cubicBezTo>
                  <a:cubicBezTo>
                    <a:pt x="40279" y="67612"/>
                    <a:pt x="42447" y="69468"/>
                    <a:pt x="44303" y="71618"/>
                  </a:cubicBezTo>
                  <a:cubicBezTo>
                    <a:pt x="46577" y="74259"/>
                    <a:pt x="48344" y="77319"/>
                    <a:pt x="49780" y="80503"/>
                  </a:cubicBezTo>
                  <a:cubicBezTo>
                    <a:pt x="50182" y="81404"/>
                    <a:pt x="50128" y="82966"/>
                    <a:pt x="49147" y="8284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" name="Google Shape;275;p14"/>
          <p:cNvGrpSpPr/>
          <p:nvPr/>
        </p:nvGrpSpPr>
        <p:grpSpPr>
          <a:xfrm flipH="1" rot="-5916589">
            <a:off x="5441636" y="-2301958"/>
            <a:ext cx="5142181" cy="7160372"/>
            <a:chOff x="6493610" y="-1475440"/>
            <a:chExt cx="5142341" cy="7160595"/>
          </a:xfrm>
        </p:grpSpPr>
        <p:sp>
          <p:nvSpPr>
            <p:cNvPr id="276" name="Google Shape;276;p14"/>
            <p:cNvSpPr/>
            <p:nvPr/>
          </p:nvSpPr>
          <p:spPr>
            <a:xfrm rot="-749066">
              <a:off x="6788260" y="-988649"/>
              <a:ext cx="4627180" cy="5688244"/>
            </a:xfrm>
            <a:custGeom>
              <a:rect b="b" l="l" r="r" t="t"/>
              <a:pathLst>
                <a:path extrusionOk="0" fill="none" h="80121" w="96482">
                  <a:moveTo>
                    <a:pt x="1" y="2410"/>
                  </a:moveTo>
                  <a:cubicBezTo>
                    <a:pt x="8601" y="1"/>
                    <a:pt x="18093" y="3195"/>
                    <a:pt x="24819" y="9065"/>
                  </a:cubicBezTo>
                  <a:cubicBezTo>
                    <a:pt x="33303" y="16469"/>
                    <a:pt x="36345" y="26550"/>
                    <a:pt x="40600" y="36550"/>
                  </a:cubicBezTo>
                  <a:cubicBezTo>
                    <a:pt x="42929" y="42010"/>
                    <a:pt x="46372" y="46952"/>
                    <a:pt x="51582" y="49985"/>
                  </a:cubicBezTo>
                  <a:cubicBezTo>
                    <a:pt x="57149" y="53232"/>
                    <a:pt x="64143" y="53366"/>
                    <a:pt x="70352" y="54294"/>
                  </a:cubicBezTo>
                  <a:cubicBezTo>
                    <a:pt x="76686" y="55240"/>
                    <a:pt x="82253" y="58853"/>
                    <a:pt x="86553" y="63492"/>
                  </a:cubicBezTo>
                  <a:cubicBezTo>
                    <a:pt x="90969" y="68246"/>
                    <a:pt x="94064" y="74090"/>
                    <a:pt x="96482" y="8012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 rot="-749066">
              <a:off x="6790655" y="-954705"/>
              <a:ext cx="4485557" cy="5700243"/>
            </a:xfrm>
            <a:custGeom>
              <a:rect b="b" l="l" r="r" t="t"/>
              <a:pathLst>
                <a:path extrusionOk="0" fill="none" h="80290" w="93529">
                  <a:moveTo>
                    <a:pt x="0" y="2374"/>
                  </a:moveTo>
                  <a:cubicBezTo>
                    <a:pt x="8475" y="1"/>
                    <a:pt x="17806" y="3239"/>
                    <a:pt x="24381" y="9038"/>
                  </a:cubicBezTo>
                  <a:cubicBezTo>
                    <a:pt x="32705" y="16371"/>
                    <a:pt x="35720" y="26157"/>
                    <a:pt x="39556" y="36095"/>
                  </a:cubicBezTo>
                  <a:cubicBezTo>
                    <a:pt x="41849" y="42018"/>
                    <a:pt x="45239" y="47594"/>
                    <a:pt x="50752" y="50966"/>
                  </a:cubicBezTo>
                  <a:cubicBezTo>
                    <a:pt x="56051" y="54205"/>
                    <a:pt x="62786" y="54374"/>
                    <a:pt x="68719" y="55373"/>
                  </a:cubicBezTo>
                  <a:cubicBezTo>
                    <a:pt x="74803" y="56426"/>
                    <a:pt x="80120" y="60021"/>
                    <a:pt x="84259" y="64553"/>
                  </a:cubicBezTo>
                  <a:cubicBezTo>
                    <a:pt x="88399" y="69085"/>
                    <a:pt x="91316" y="74643"/>
                    <a:pt x="93528" y="8029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 rot="-749066">
              <a:off x="6795358" y="-886779"/>
              <a:ext cx="4201496" cy="5724310"/>
            </a:xfrm>
            <a:custGeom>
              <a:rect b="b" l="l" r="r" t="t"/>
              <a:pathLst>
                <a:path extrusionOk="0" fill="none" h="80629" w="87606">
                  <a:moveTo>
                    <a:pt x="1" y="2312"/>
                  </a:moveTo>
                  <a:cubicBezTo>
                    <a:pt x="8235" y="1"/>
                    <a:pt x="17227" y="3320"/>
                    <a:pt x="23517" y="8984"/>
                  </a:cubicBezTo>
                  <a:cubicBezTo>
                    <a:pt x="31501" y="16175"/>
                    <a:pt x="34365" y="25426"/>
                    <a:pt x="37478" y="35203"/>
                  </a:cubicBezTo>
                  <a:cubicBezTo>
                    <a:pt x="39664" y="42063"/>
                    <a:pt x="42982" y="48852"/>
                    <a:pt x="49093" y="52911"/>
                  </a:cubicBezTo>
                  <a:cubicBezTo>
                    <a:pt x="53884" y="56087"/>
                    <a:pt x="60084" y="56355"/>
                    <a:pt x="65463" y="57541"/>
                  </a:cubicBezTo>
                  <a:cubicBezTo>
                    <a:pt x="71048" y="58772"/>
                    <a:pt x="75847" y="62359"/>
                    <a:pt x="79657" y="66676"/>
                  </a:cubicBezTo>
                  <a:cubicBezTo>
                    <a:pt x="83270" y="70762"/>
                    <a:pt x="85830" y="75758"/>
                    <a:pt x="87605" y="80629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 rot="-749066">
              <a:off x="6800110" y="-818835"/>
              <a:ext cx="3917819" cy="5748378"/>
            </a:xfrm>
            <a:custGeom>
              <a:rect b="b" l="l" r="r" t="t"/>
              <a:pathLst>
                <a:path extrusionOk="0" fill="none" h="80968" w="81691">
                  <a:moveTo>
                    <a:pt x="0" y="2248"/>
                  </a:moveTo>
                  <a:cubicBezTo>
                    <a:pt x="7994" y="0"/>
                    <a:pt x="16647" y="3399"/>
                    <a:pt x="22651" y="8930"/>
                  </a:cubicBezTo>
                  <a:cubicBezTo>
                    <a:pt x="30305" y="15978"/>
                    <a:pt x="32901" y="24747"/>
                    <a:pt x="35399" y="34311"/>
                  </a:cubicBezTo>
                  <a:cubicBezTo>
                    <a:pt x="37442" y="42125"/>
                    <a:pt x="40725" y="50092"/>
                    <a:pt x="47434" y="54856"/>
                  </a:cubicBezTo>
                  <a:cubicBezTo>
                    <a:pt x="51742" y="57924"/>
                    <a:pt x="57380" y="58344"/>
                    <a:pt x="62216" y="59709"/>
                  </a:cubicBezTo>
                  <a:cubicBezTo>
                    <a:pt x="67292" y="61136"/>
                    <a:pt x="71574" y="64695"/>
                    <a:pt x="75062" y="68799"/>
                  </a:cubicBezTo>
                  <a:cubicBezTo>
                    <a:pt x="78149" y="72421"/>
                    <a:pt x="80334" y="76864"/>
                    <a:pt x="81690" y="80967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 rot="-749066">
              <a:off x="6802458" y="-784880"/>
              <a:ext cx="3776196" cy="5760376"/>
            </a:xfrm>
            <a:custGeom>
              <a:rect b="b" l="l" r="r" t="t"/>
              <a:pathLst>
                <a:path extrusionOk="0" fill="none" h="81137" w="78738">
                  <a:moveTo>
                    <a:pt x="1" y="2213"/>
                  </a:moveTo>
                  <a:cubicBezTo>
                    <a:pt x="7878" y="0"/>
                    <a:pt x="16353" y="3444"/>
                    <a:pt x="22214" y="8903"/>
                  </a:cubicBezTo>
                  <a:cubicBezTo>
                    <a:pt x="29708" y="15879"/>
                    <a:pt x="32134" y="24426"/>
                    <a:pt x="34356" y="33864"/>
                  </a:cubicBezTo>
                  <a:cubicBezTo>
                    <a:pt x="36309" y="42170"/>
                    <a:pt x="39610" y="50698"/>
                    <a:pt x="46604" y="55828"/>
                  </a:cubicBezTo>
                  <a:cubicBezTo>
                    <a:pt x="50681" y="58825"/>
                    <a:pt x="56025" y="59343"/>
                    <a:pt x="60583" y="60788"/>
                  </a:cubicBezTo>
                  <a:cubicBezTo>
                    <a:pt x="65419" y="62313"/>
                    <a:pt x="69433" y="65864"/>
                    <a:pt x="72770" y="69860"/>
                  </a:cubicBezTo>
                  <a:cubicBezTo>
                    <a:pt x="75589" y="73259"/>
                    <a:pt x="77596" y="77416"/>
                    <a:pt x="78738" y="81137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 rot="-749066">
              <a:off x="6807172" y="-717644"/>
              <a:ext cx="3492518" cy="5785083"/>
            </a:xfrm>
            <a:custGeom>
              <a:rect b="b" l="l" r="r" t="t"/>
              <a:pathLst>
                <a:path extrusionOk="0" fill="none" h="81485" w="72823">
                  <a:moveTo>
                    <a:pt x="0" y="2159"/>
                  </a:moveTo>
                  <a:cubicBezTo>
                    <a:pt x="7637" y="1"/>
                    <a:pt x="15773" y="3533"/>
                    <a:pt x="21348" y="8850"/>
                  </a:cubicBezTo>
                  <a:cubicBezTo>
                    <a:pt x="28503" y="15693"/>
                    <a:pt x="30564" y="23793"/>
                    <a:pt x="32277" y="32973"/>
                  </a:cubicBezTo>
                  <a:cubicBezTo>
                    <a:pt x="34007" y="42277"/>
                    <a:pt x="37379" y="51894"/>
                    <a:pt x="44944" y="57791"/>
                  </a:cubicBezTo>
                  <a:cubicBezTo>
                    <a:pt x="48575" y="60619"/>
                    <a:pt x="53321" y="61359"/>
                    <a:pt x="57327" y="62956"/>
                  </a:cubicBezTo>
                  <a:cubicBezTo>
                    <a:pt x="61663" y="64687"/>
                    <a:pt x="65160" y="68193"/>
                    <a:pt x="68166" y="72002"/>
                  </a:cubicBezTo>
                  <a:cubicBezTo>
                    <a:pt x="70477" y="74919"/>
                    <a:pt x="72100" y="78532"/>
                    <a:pt x="72823" y="81485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 rot="-749066">
              <a:off x="6809955" y="-683695"/>
              <a:ext cx="3350080" cy="5797152"/>
            </a:xfrm>
            <a:custGeom>
              <a:rect b="b" l="l" r="r" t="t"/>
              <a:pathLst>
                <a:path extrusionOk="0" fill="none" h="81655" w="69853">
                  <a:moveTo>
                    <a:pt x="0" y="2132"/>
                  </a:moveTo>
                  <a:cubicBezTo>
                    <a:pt x="7512" y="0"/>
                    <a:pt x="15479" y="3578"/>
                    <a:pt x="20911" y="8823"/>
                  </a:cubicBezTo>
                  <a:cubicBezTo>
                    <a:pt x="27897" y="15594"/>
                    <a:pt x="29743" y="23471"/>
                    <a:pt x="31224" y="32526"/>
                  </a:cubicBezTo>
                  <a:cubicBezTo>
                    <a:pt x="32830" y="42330"/>
                    <a:pt x="36273" y="52474"/>
                    <a:pt x="44106" y="58763"/>
                  </a:cubicBezTo>
                  <a:cubicBezTo>
                    <a:pt x="47523" y="61502"/>
                    <a:pt x="51966" y="62367"/>
                    <a:pt x="55695" y="64044"/>
                  </a:cubicBezTo>
                  <a:cubicBezTo>
                    <a:pt x="59780" y="65882"/>
                    <a:pt x="63019" y="69352"/>
                    <a:pt x="65865" y="73063"/>
                  </a:cubicBezTo>
                  <a:cubicBezTo>
                    <a:pt x="67916" y="75740"/>
                    <a:pt x="69344" y="79085"/>
                    <a:pt x="69852" y="81654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 rot="-749066">
              <a:off x="6814700" y="-615821"/>
              <a:ext cx="3066403" cy="5821219"/>
            </a:xfrm>
            <a:custGeom>
              <a:rect b="b" l="l" r="r" t="t"/>
              <a:pathLst>
                <a:path extrusionOk="0" fill="none" h="81994" w="63938">
                  <a:moveTo>
                    <a:pt x="0" y="2061"/>
                  </a:moveTo>
                  <a:cubicBezTo>
                    <a:pt x="7271" y="1"/>
                    <a:pt x="14898" y="3658"/>
                    <a:pt x="20046" y="8770"/>
                  </a:cubicBezTo>
                  <a:cubicBezTo>
                    <a:pt x="26692" y="15398"/>
                    <a:pt x="28092" y="22838"/>
                    <a:pt x="29145" y="31635"/>
                  </a:cubicBezTo>
                  <a:cubicBezTo>
                    <a:pt x="30439" y="42438"/>
                    <a:pt x="34105" y="53589"/>
                    <a:pt x="42446" y="60708"/>
                  </a:cubicBezTo>
                  <a:cubicBezTo>
                    <a:pt x="45435" y="63260"/>
                    <a:pt x="49253" y="64384"/>
                    <a:pt x="52438" y="66203"/>
                  </a:cubicBezTo>
                  <a:cubicBezTo>
                    <a:pt x="56024" y="68255"/>
                    <a:pt x="58763" y="71672"/>
                    <a:pt x="61270" y="75187"/>
                  </a:cubicBezTo>
                  <a:cubicBezTo>
                    <a:pt x="62822" y="77373"/>
                    <a:pt x="63857" y="80192"/>
                    <a:pt x="63937" y="81994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 rot="-749066">
              <a:off x="6816977" y="-582515"/>
              <a:ext cx="2930774" cy="5833218"/>
            </a:xfrm>
            <a:custGeom>
              <a:rect b="b" l="l" r="r" t="t"/>
              <a:pathLst>
                <a:path extrusionOk="0" fill="none" h="82163" w="61110">
                  <a:moveTo>
                    <a:pt x="0" y="2034"/>
                  </a:moveTo>
                  <a:cubicBezTo>
                    <a:pt x="7146" y="0"/>
                    <a:pt x="14613" y="3694"/>
                    <a:pt x="19609" y="8743"/>
                  </a:cubicBezTo>
                  <a:cubicBezTo>
                    <a:pt x="26094" y="15300"/>
                    <a:pt x="27254" y="22526"/>
                    <a:pt x="28102" y="31188"/>
                  </a:cubicBezTo>
                  <a:cubicBezTo>
                    <a:pt x="29217" y="42491"/>
                    <a:pt x="33044" y="54124"/>
                    <a:pt x="41617" y="61680"/>
                  </a:cubicBezTo>
                  <a:cubicBezTo>
                    <a:pt x="44400" y="64133"/>
                    <a:pt x="47898" y="65391"/>
                    <a:pt x="50815" y="67292"/>
                  </a:cubicBezTo>
                  <a:cubicBezTo>
                    <a:pt x="54142" y="69450"/>
                    <a:pt x="56640" y="72814"/>
                    <a:pt x="58969" y="76248"/>
                  </a:cubicBezTo>
                  <a:cubicBezTo>
                    <a:pt x="60280" y="78184"/>
                    <a:pt x="61110" y="80753"/>
                    <a:pt x="60976" y="82163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 rot="-749066">
              <a:off x="6819209" y="-549628"/>
              <a:ext cx="2799031" cy="5845216"/>
            </a:xfrm>
            <a:custGeom>
              <a:rect b="b" l="l" r="r" t="t"/>
              <a:pathLst>
                <a:path extrusionOk="0" fill="none" h="82332" w="58363">
                  <a:moveTo>
                    <a:pt x="1" y="1998"/>
                  </a:moveTo>
                  <a:cubicBezTo>
                    <a:pt x="7031" y="0"/>
                    <a:pt x="14319" y="3738"/>
                    <a:pt x="19172" y="8716"/>
                  </a:cubicBezTo>
                  <a:cubicBezTo>
                    <a:pt x="25497" y="15202"/>
                    <a:pt x="26407" y="22204"/>
                    <a:pt x="27067" y="30733"/>
                  </a:cubicBezTo>
                  <a:cubicBezTo>
                    <a:pt x="27968" y="42544"/>
                    <a:pt x="32001" y="54641"/>
                    <a:pt x="40788" y="62652"/>
                  </a:cubicBezTo>
                  <a:cubicBezTo>
                    <a:pt x="43366" y="65007"/>
                    <a:pt x="46542" y="66408"/>
                    <a:pt x="49182" y="68371"/>
                  </a:cubicBezTo>
                  <a:cubicBezTo>
                    <a:pt x="52260" y="70654"/>
                    <a:pt x="54526" y="73964"/>
                    <a:pt x="56667" y="77309"/>
                  </a:cubicBezTo>
                  <a:cubicBezTo>
                    <a:pt x="57747" y="78996"/>
                    <a:pt x="58362" y="81306"/>
                    <a:pt x="58023" y="823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 rot="-749066">
              <a:off x="6823714" y="-483973"/>
              <a:ext cx="2535880" cy="5869354"/>
            </a:xfrm>
            <a:custGeom>
              <a:rect b="b" l="l" r="r" t="t"/>
              <a:pathLst>
                <a:path extrusionOk="0" fill="none" h="82672" w="52876">
                  <a:moveTo>
                    <a:pt x="0" y="1936"/>
                  </a:moveTo>
                  <a:cubicBezTo>
                    <a:pt x="6789" y="1"/>
                    <a:pt x="13739" y="3819"/>
                    <a:pt x="18306" y="8663"/>
                  </a:cubicBezTo>
                  <a:cubicBezTo>
                    <a:pt x="24292" y="15015"/>
                    <a:pt x="24694" y="21554"/>
                    <a:pt x="24979" y="29841"/>
                  </a:cubicBezTo>
                  <a:cubicBezTo>
                    <a:pt x="25425" y="42643"/>
                    <a:pt x="29975" y="55614"/>
                    <a:pt x="39128" y="64606"/>
                  </a:cubicBezTo>
                  <a:cubicBezTo>
                    <a:pt x="41305" y="66747"/>
                    <a:pt x="43821" y="68442"/>
                    <a:pt x="45926" y="70539"/>
                  </a:cubicBezTo>
                  <a:cubicBezTo>
                    <a:pt x="48477" y="73055"/>
                    <a:pt x="50360" y="76222"/>
                    <a:pt x="52073" y="79442"/>
                  </a:cubicBezTo>
                  <a:cubicBezTo>
                    <a:pt x="52697" y="80602"/>
                    <a:pt x="52875" y="82413"/>
                    <a:pt x="52108" y="8267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 rot="-749066">
              <a:off x="6750145" y="-451382"/>
              <a:ext cx="2406679" cy="5890227"/>
            </a:xfrm>
            <a:custGeom>
              <a:rect b="b" l="l" r="r" t="t"/>
              <a:pathLst>
                <a:path extrusionOk="0" fill="none" h="82966" w="50182">
                  <a:moveTo>
                    <a:pt x="1" y="1909"/>
                  </a:moveTo>
                  <a:cubicBezTo>
                    <a:pt x="6674" y="0"/>
                    <a:pt x="13454" y="3863"/>
                    <a:pt x="17878" y="8636"/>
                  </a:cubicBezTo>
                  <a:cubicBezTo>
                    <a:pt x="23695" y="14916"/>
                    <a:pt x="23829" y="21223"/>
                    <a:pt x="23945" y="29395"/>
                  </a:cubicBezTo>
                  <a:cubicBezTo>
                    <a:pt x="24123" y="42687"/>
                    <a:pt x="29021" y="56060"/>
                    <a:pt x="38299" y="65579"/>
                  </a:cubicBezTo>
                  <a:cubicBezTo>
                    <a:pt x="40279" y="67612"/>
                    <a:pt x="42447" y="69468"/>
                    <a:pt x="44303" y="71618"/>
                  </a:cubicBezTo>
                  <a:cubicBezTo>
                    <a:pt x="46577" y="74259"/>
                    <a:pt x="48344" y="77319"/>
                    <a:pt x="49780" y="80503"/>
                  </a:cubicBezTo>
                  <a:cubicBezTo>
                    <a:pt x="50182" y="81404"/>
                    <a:pt x="50128" y="82966"/>
                    <a:pt x="49147" y="8284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5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15"/>
          <p:cNvGrpSpPr/>
          <p:nvPr/>
        </p:nvGrpSpPr>
        <p:grpSpPr>
          <a:xfrm flipH="1" rot="595382">
            <a:off x="-3567576" y="958145"/>
            <a:ext cx="13687897" cy="7034447"/>
            <a:chOff x="1287053" y="-3034385"/>
            <a:chExt cx="11523056" cy="5921406"/>
          </a:xfrm>
        </p:grpSpPr>
        <p:grpSp>
          <p:nvGrpSpPr>
            <p:cNvPr id="290" name="Google Shape;290;p15"/>
            <p:cNvGrpSpPr/>
            <p:nvPr/>
          </p:nvGrpSpPr>
          <p:grpSpPr>
            <a:xfrm>
              <a:off x="1287053" y="-3030034"/>
              <a:ext cx="11523056" cy="5917055"/>
              <a:chOff x="1287053" y="-3030034"/>
              <a:chExt cx="11523056" cy="5917055"/>
            </a:xfrm>
          </p:grpSpPr>
          <p:sp>
            <p:nvSpPr>
              <p:cNvPr id="291" name="Google Shape;291;p15"/>
              <p:cNvSpPr/>
              <p:nvPr/>
            </p:nvSpPr>
            <p:spPr>
              <a:xfrm flipH="1" rot="1626522">
                <a:off x="2622604" y="-2076704"/>
                <a:ext cx="8851954" cy="4073117"/>
              </a:xfrm>
              <a:custGeom>
                <a:rect b="b" l="l" r="r" t="t"/>
                <a:pathLst>
                  <a:path extrusionOk="0" fill="none" h="79933" w="112460">
                    <a:moveTo>
                      <a:pt x="1" y="0"/>
                    </a:moveTo>
                    <a:cubicBezTo>
                      <a:pt x="9493" y="1677"/>
                      <a:pt x="14997" y="11053"/>
                      <a:pt x="17245" y="19644"/>
                    </a:cubicBezTo>
                    <a:cubicBezTo>
                      <a:pt x="19850" y="29573"/>
                      <a:pt x="17459" y="40760"/>
                      <a:pt x="22750" y="49967"/>
                    </a:cubicBezTo>
                    <a:cubicBezTo>
                      <a:pt x="28307" y="59637"/>
                      <a:pt x="40601" y="64936"/>
                      <a:pt x="51199" y="66577"/>
                    </a:cubicBezTo>
                    <a:cubicBezTo>
                      <a:pt x="58023" y="67639"/>
                      <a:pt x="65374" y="66863"/>
                      <a:pt x="72306" y="67443"/>
                    </a:cubicBezTo>
                    <a:cubicBezTo>
                      <a:pt x="83939" y="68406"/>
                      <a:pt x="95117" y="71056"/>
                      <a:pt x="105367" y="76765"/>
                    </a:cubicBezTo>
                    <a:cubicBezTo>
                      <a:pt x="107642" y="78032"/>
                      <a:pt x="109908" y="79433"/>
                      <a:pt x="112460" y="79932"/>
                    </a:cubicBezTo>
                  </a:path>
                </a:pathLst>
              </a:custGeom>
              <a:noFill/>
              <a:ln cap="flat" cmpd="sng" w="28575">
                <a:solidFill>
                  <a:schemeClr val="lt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15"/>
              <p:cNvSpPr/>
              <p:nvPr/>
            </p:nvSpPr>
            <p:spPr>
              <a:xfrm flipH="1" rot="1626522">
                <a:off x="2648113" y="-2120576"/>
                <a:ext cx="8670050" cy="4066289"/>
              </a:xfrm>
              <a:custGeom>
                <a:rect b="b" l="l" r="r" t="t"/>
                <a:pathLst>
                  <a:path extrusionOk="0" fill="none" h="79799" w="110149">
                    <a:moveTo>
                      <a:pt x="110149" y="79798"/>
                    </a:moveTo>
                    <a:cubicBezTo>
                      <a:pt x="107704" y="79219"/>
                      <a:pt x="105519" y="77791"/>
                      <a:pt x="103315" y="76507"/>
                    </a:cubicBezTo>
                    <a:cubicBezTo>
                      <a:pt x="101281" y="75311"/>
                      <a:pt x="99194" y="74250"/>
                      <a:pt x="97071" y="73304"/>
                    </a:cubicBezTo>
                    <a:cubicBezTo>
                      <a:pt x="89791" y="70066"/>
                      <a:pt x="82021" y="68246"/>
                      <a:pt x="74027" y="67318"/>
                    </a:cubicBezTo>
                    <a:cubicBezTo>
                      <a:pt x="73002" y="67202"/>
                      <a:pt x="71976" y="67095"/>
                      <a:pt x="70941" y="67006"/>
                    </a:cubicBezTo>
                    <a:cubicBezTo>
                      <a:pt x="64116" y="66408"/>
                      <a:pt x="56899" y="67095"/>
                      <a:pt x="50182" y="65989"/>
                    </a:cubicBezTo>
                    <a:cubicBezTo>
                      <a:pt x="44847" y="65097"/>
                      <a:pt x="39119" y="63241"/>
                      <a:pt x="34177" y="60324"/>
                    </a:cubicBezTo>
                    <a:cubicBezTo>
                      <a:pt x="29244" y="57416"/>
                      <a:pt x="25149" y="53499"/>
                      <a:pt x="22508" y="48620"/>
                    </a:cubicBezTo>
                    <a:cubicBezTo>
                      <a:pt x="17878" y="40038"/>
                      <a:pt x="19502" y="29859"/>
                      <a:pt x="17459" y="20616"/>
                    </a:cubicBezTo>
                    <a:cubicBezTo>
                      <a:pt x="17334" y="20072"/>
                      <a:pt x="17200" y="19537"/>
                      <a:pt x="17058" y="19002"/>
                    </a:cubicBezTo>
                    <a:cubicBezTo>
                      <a:pt x="14747" y="10634"/>
                      <a:pt x="9261" y="1606"/>
                      <a:pt x="1" y="0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15"/>
              <p:cNvSpPr/>
              <p:nvPr/>
            </p:nvSpPr>
            <p:spPr>
              <a:xfrm flipH="1" rot="1626522">
                <a:off x="2673583" y="-2163828"/>
                <a:ext cx="8488855" cy="4058543"/>
              </a:xfrm>
              <a:custGeom>
                <a:rect b="b" l="l" r="r" t="t"/>
                <a:pathLst>
                  <a:path extrusionOk="0" fill="none" h="79647" w="107847">
                    <a:moveTo>
                      <a:pt x="107847" y="79647"/>
                    </a:moveTo>
                    <a:cubicBezTo>
                      <a:pt x="105501" y="78995"/>
                      <a:pt x="103404" y="77550"/>
                      <a:pt x="101281" y="76239"/>
                    </a:cubicBezTo>
                    <a:cubicBezTo>
                      <a:pt x="99310" y="75026"/>
                      <a:pt x="97293" y="73937"/>
                      <a:pt x="95215" y="72974"/>
                    </a:cubicBezTo>
                    <a:cubicBezTo>
                      <a:pt x="88131" y="69673"/>
                      <a:pt x="80477" y="67835"/>
                      <a:pt x="72618" y="66890"/>
                    </a:cubicBezTo>
                    <a:cubicBezTo>
                      <a:pt x="71610" y="66765"/>
                      <a:pt x="70602" y="66658"/>
                      <a:pt x="69585" y="66569"/>
                    </a:cubicBezTo>
                    <a:cubicBezTo>
                      <a:pt x="62858" y="65935"/>
                      <a:pt x="55766" y="66560"/>
                      <a:pt x="49173" y="65391"/>
                    </a:cubicBezTo>
                    <a:cubicBezTo>
                      <a:pt x="43803" y="64445"/>
                      <a:pt x="38093" y="62456"/>
                      <a:pt x="33303" y="59369"/>
                    </a:cubicBezTo>
                    <a:cubicBezTo>
                      <a:pt x="28530" y="56300"/>
                      <a:pt x="24774" y="52206"/>
                      <a:pt x="22276" y="47255"/>
                    </a:cubicBezTo>
                    <a:cubicBezTo>
                      <a:pt x="18003" y="38806"/>
                      <a:pt x="19395" y="28904"/>
                      <a:pt x="17289" y="19921"/>
                    </a:cubicBezTo>
                    <a:cubicBezTo>
                      <a:pt x="17165" y="19394"/>
                      <a:pt x="17022" y="18868"/>
                      <a:pt x="16870" y="18342"/>
                    </a:cubicBezTo>
                    <a:cubicBezTo>
                      <a:pt x="14506" y="10206"/>
                      <a:pt x="9038" y="1517"/>
                      <a:pt x="0" y="0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15"/>
              <p:cNvSpPr/>
              <p:nvPr/>
            </p:nvSpPr>
            <p:spPr>
              <a:xfrm flipH="1" rot="1626522">
                <a:off x="2698774" y="-2207225"/>
                <a:ext cx="8307739" cy="4051256"/>
              </a:xfrm>
              <a:custGeom>
                <a:rect b="b" l="l" r="r" t="t"/>
                <a:pathLst>
                  <a:path extrusionOk="0" fill="none" h="79504" w="105546">
                    <a:moveTo>
                      <a:pt x="105545" y="79504"/>
                    </a:moveTo>
                    <a:cubicBezTo>
                      <a:pt x="103306" y="78772"/>
                      <a:pt x="101290" y="77309"/>
                      <a:pt x="99238" y="75980"/>
                    </a:cubicBezTo>
                    <a:cubicBezTo>
                      <a:pt x="97338" y="74749"/>
                      <a:pt x="95384" y="73634"/>
                      <a:pt x="93368" y="72644"/>
                    </a:cubicBezTo>
                    <a:cubicBezTo>
                      <a:pt x="86472" y="69280"/>
                      <a:pt x="78934" y="67434"/>
                      <a:pt x="71217" y="66461"/>
                    </a:cubicBezTo>
                    <a:cubicBezTo>
                      <a:pt x="70218" y="66337"/>
                      <a:pt x="69228" y="66221"/>
                      <a:pt x="68229" y="66122"/>
                    </a:cubicBezTo>
                    <a:cubicBezTo>
                      <a:pt x="61609" y="65471"/>
                      <a:pt x="54651" y="66006"/>
                      <a:pt x="48165" y="64793"/>
                    </a:cubicBezTo>
                    <a:cubicBezTo>
                      <a:pt x="42768" y="63785"/>
                      <a:pt x="37067" y="61680"/>
                      <a:pt x="32428" y="58415"/>
                    </a:cubicBezTo>
                    <a:cubicBezTo>
                      <a:pt x="27807" y="55176"/>
                      <a:pt x="24399" y="50903"/>
                      <a:pt x="22044" y="45899"/>
                    </a:cubicBezTo>
                    <a:cubicBezTo>
                      <a:pt x="18119" y="37584"/>
                      <a:pt x="19297" y="27958"/>
                      <a:pt x="17111" y="19216"/>
                    </a:cubicBezTo>
                    <a:cubicBezTo>
                      <a:pt x="16986" y="18707"/>
                      <a:pt x="16843" y="18199"/>
                      <a:pt x="16692" y="17690"/>
                    </a:cubicBezTo>
                    <a:cubicBezTo>
                      <a:pt x="14265" y="9777"/>
                      <a:pt x="8814" y="1436"/>
                      <a:pt x="0" y="0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5"/>
              <p:cNvSpPr/>
              <p:nvPr/>
            </p:nvSpPr>
            <p:spPr>
              <a:xfrm flipH="1" rot="1626522">
                <a:off x="2724055" y="-2250779"/>
                <a:ext cx="8125835" cy="4044021"/>
              </a:xfrm>
              <a:custGeom>
                <a:rect b="b" l="l" r="r" t="t"/>
                <a:pathLst>
                  <a:path extrusionOk="0" fill="none" h="79362" w="103235">
                    <a:moveTo>
                      <a:pt x="103234" y="79361"/>
                    </a:moveTo>
                    <a:cubicBezTo>
                      <a:pt x="101102" y="78549"/>
                      <a:pt x="99166" y="77068"/>
                      <a:pt x="97186" y="75712"/>
                    </a:cubicBezTo>
                    <a:cubicBezTo>
                      <a:pt x="95357" y="74464"/>
                      <a:pt x="93466" y="73331"/>
                      <a:pt x="91503" y="72323"/>
                    </a:cubicBezTo>
                    <a:cubicBezTo>
                      <a:pt x="84804" y="68879"/>
                      <a:pt x="77381" y="67023"/>
                      <a:pt x="69798" y="66024"/>
                    </a:cubicBezTo>
                    <a:cubicBezTo>
                      <a:pt x="68817" y="65899"/>
                      <a:pt x="67845" y="65783"/>
                      <a:pt x="66863" y="65685"/>
                    </a:cubicBezTo>
                    <a:cubicBezTo>
                      <a:pt x="60351" y="65007"/>
                      <a:pt x="53517" y="65453"/>
                      <a:pt x="47148" y="64195"/>
                    </a:cubicBezTo>
                    <a:cubicBezTo>
                      <a:pt x="41715" y="63125"/>
                      <a:pt x="36032" y="60895"/>
                      <a:pt x="31545" y="57460"/>
                    </a:cubicBezTo>
                    <a:cubicBezTo>
                      <a:pt x="27084" y="54052"/>
                      <a:pt x="24016" y="49610"/>
                      <a:pt x="21794" y="44543"/>
                    </a:cubicBezTo>
                    <a:cubicBezTo>
                      <a:pt x="18217" y="36362"/>
                      <a:pt x="19180" y="27004"/>
                      <a:pt x="16932" y="18520"/>
                    </a:cubicBezTo>
                    <a:cubicBezTo>
                      <a:pt x="16798" y="18020"/>
                      <a:pt x="16656" y="17530"/>
                      <a:pt x="16504" y="17039"/>
                    </a:cubicBezTo>
                    <a:cubicBezTo>
                      <a:pt x="14015" y="9349"/>
                      <a:pt x="8582" y="1347"/>
                      <a:pt x="0" y="0"/>
                    </a:cubicBezTo>
                  </a:path>
                </a:pathLst>
              </a:custGeom>
              <a:noFill/>
              <a:ln cap="flat" cmpd="sng" w="28575">
                <a:solidFill>
                  <a:schemeClr val="lt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5"/>
              <p:cNvSpPr/>
              <p:nvPr/>
            </p:nvSpPr>
            <p:spPr>
              <a:xfrm flipH="1" rot="1626522">
                <a:off x="2774360" y="-2338047"/>
                <a:ext cx="7763524" cy="4029447"/>
              </a:xfrm>
              <a:custGeom>
                <a:rect b="b" l="l" r="r" t="t"/>
                <a:pathLst>
                  <a:path extrusionOk="0" fill="none" h="79076" w="98632">
                    <a:moveTo>
                      <a:pt x="98632" y="79076"/>
                    </a:moveTo>
                    <a:cubicBezTo>
                      <a:pt x="96696" y="78112"/>
                      <a:pt x="94921" y="76596"/>
                      <a:pt x="93092" y="75195"/>
                    </a:cubicBezTo>
                    <a:cubicBezTo>
                      <a:pt x="91397" y="73902"/>
                      <a:pt x="89639" y="72724"/>
                      <a:pt x="87793" y="71671"/>
                    </a:cubicBezTo>
                    <a:cubicBezTo>
                      <a:pt x="81477" y="68103"/>
                      <a:pt x="74286" y="66212"/>
                      <a:pt x="66971" y="65177"/>
                    </a:cubicBezTo>
                    <a:cubicBezTo>
                      <a:pt x="66034" y="65043"/>
                      <a:pt x="65089" y="64918"/>
                      <a:pt x="64143" y="64811"/>
                    </a:cubicBezTo>
                    <a:cubicBezTo>
                      <a:pt x="57845" y="64080"/>
                      <a:pt x="51261" y="64356"/>
                      <a:pt x="45123" y="63009"/>
                    </a:cubicBezTo>
                    <a:cubicBezTo>
                      <a:pt x="39637" y="61805"/>
                      <a:pt x="33981" y="59334"/>
                      <a:pt x="29797" y="55560"/>
                    </a:cubicBezTo>
                    <a:cubicBezTo>
                      <a:pt x="25640" y="51813"/>
                      <a:pt x="23249" y="47049"/>
                      <a:pt x="21322" y="41831"/>
                    </a:cubicBezTo>
                    <a:cubicBezTo>
                      <a:pt x="18414" y="33953"/>
                      <a:pt x="18976" y="25104"/>
                      <a:pt x="16585" y="17128"/>
                    </a:cubicBezTo>
                    <a:cubicBezTo>
                      <a:pt x="16442" y="16664"/>
                      <a:pt x="16291" y="16201"/>
                      <a:pt x="16130" y="15746"/>
                    </a:cubicBezTo>
                    <a:cubicBezTo>
                      <a:pt x="13534" y="8502"/>
                      <a:pt x="8128" y="1195"/>
                      <a:pt x="1" y="0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5"/>
              <p:cNvSpPr/>
              <p:nvPr/>
            </p:nvSpPr>
            <p:spPr>
              <a:xfrm flipH="1" rot="1626522">
                <a:off x="2824816" y="-2424874"/>
                <a:ext cx="7401212" cy="4014975"/>
              </a:xfrm>
              <a:custGeom>
                <a:rect b="b" l="l" r="r" t="t"/>
                <a:pathLst>
                  <a:path extrusionOk="0" fill="none" h="78792" w="94029">
                    <a:moveTo>
                      <a:pt x="94028" y="78791"/>
                    </a:moveTo>
                    <a:cubicBezTo>
                      <a:pt x="92298" y="77676"/>
                      <a:pt x="90692" y="76106"/>
                      <a:pt x="89015" y="74670"/>
                    </a:cubicBezTo>
                    <a:cubicBezTo>
                      <a:pt x="87454" y="73332"/>
                      <a:pt x="85821" y="72109"/>
                      <a:pt x="84081" y="71021"/>
                    </a:cubicBezTo>
                    <a:cubicBezTo>
                      <a:pt x="78158" y="67319"/>
                      <a:pt x="71199" y="65401"/>
                      <a:pt x="64152" y="64312"/>
                    </a:cubicBezTo>
                    <a:cubicBezTo>
                      <a:pt x="63251" y="64179"/>
                      <a:pt x="62341" y="64045"/>
                      <a:pt x="61422" y="63929"/>
                    </a:cubicBezTo>
                    <a:cubicBezTo>
                      <a:pt x="55347" y="63153"/>
                      <a:pt x="49022" y="63251"/>
                      <a:pt x="43107" y="61815"/>
                    </a:cubicBezTo>
                    <a:cubicBezTo>
                      <a:pt x="37558" y="60467"/>
                      <a:pt x="31929" y="57773"/>
                      <a:pt x="28057" y="53661"/>
                    </a:cubicBezTo>
                    <a:cubicBezTo>
                      <a:pt x="24203" y="49575"/>
                      <a:pt x="22473" y="44481"/>
                      <a:pt x="20858" y="39111"/>
                    </a:cubicBezTo>
                    <a:cubicBezTo>
                      <a:pt x="18574" y="31546"/>
                      <a:pt x="18770" y="23204"/>
                      <a:pt x="16237" y="15738"/>
                    </a:cubicBezTo>
                    <a:cubicBezTo>
                      <a:pt x="16094" y="15300"/>
                      <a:pt x="15934" y="14863"/>
                      <a:pt x="15764" y="14435"/>
                    </a:cubicBezTo>
                    <a:cubicBezTo>
                      <a:pt x="13052" y="7646"/>
                      <a:pt x="7682" y="1027"/>
                      <a:pt x="1" y="1"/>
                    </a:cubicBezTo>
                  </a:path>
                </a:pathLst>
              </a:custGeom>
              <a:noFill/>
              <a:ln cap="flat" cmpd="sng" w="28575">
                <a:solidFill>
                  <a:schemeClr val="lt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5"/>
              <p:cNvSpPr/>
              <p:nvPr/>
            </p:nvSpPr>
            <p:spPr>
              <a:xfrm flipH="1" rot="1626522">
                <a:off x="2850325" y="-2468287"/>
                <a:ext cx="7219309" cy="4007230"/>
              </a:xfrm>
              <a:custGeom>
                <a:rect b="b" l="l" r="r" t="t"/>
                <a:pathLst>
                  <a:path extrusionOk="0" fill="none" h="78640" w="91718">
                    <a:moveTo>
                      <a:pt x="91718" y="78640"/>
                    </a:moveTo>
                    <a:cubicBezTo>
                      <a:pt x="90094" y="77453"/>
                      <a:pt x="88568" y="75865"/>
                      <a:pt x="86963" y="74402"/>
                    </a:cubicBezTo>
                    <a:cubicBezTo>
                      <a:pt x="85473" y="73046"/>
                      <a:pt x="83903" y="71797"/>
                      <a:pt x="82226" y="70691"/>
                    </a:cubicBezTo>
                    <a:cubicBezTo>
                      <a:pt x="76489" y="66926"/>
                      <a:pt x="69647" y="64990"/>
                      <a:pt x="62733" y="63884"/>
                    </a:cubicBezTo>
                    <a:cubicBezTo>
                      <a:pt x="61850" y="63741"/>
                      <a:pt x="60949" y="63608"/>
                      <a:pt x="60057" y="63492"/>
                    </a:cubicBezTo>
                    <a:cubicBezTo>
                      <a:pt x="54089" y="62689"/>
                      <a:pt x="47888" y="62689"/>
                      <a:pt x="42090" y="61217"/>
                    </a:cubicBezTo>
                    <a:cubicBezTo>
                      <a:pt x="36514" y="59798"/>
                      <a:pt x="30894" y="56988"/>
                      <a:pt x="27174" y="52706"/>
                    </a:cubicBezTo>
                    <a:cubicBezTo>
                      <a:pt x="23481" y="48451"/>
                      <a:pt x="22062" y="43205"/>
                      <a:pt x="20608" y="37746"/>
                    </a:cubicBezTo>
                    <a:cubicBezTo>
                      <a:pt x="18636" y="30350"/>
                      <a:pt x="18654" y="22250"/>
                      <a:pt x="16058" y="15033"/>
                    </a:cubicBezTo>
                    <a:cubicBezTo>
                      <a:pt x="15907" y="14614"/>
                      <a:pt x="15746" y="14194"/>
                      <a:pt x="15568" y="13784"/>
                    </a:cubicBezTo>
                    <a:cubicBezTo>
                      <a:pt x="12802" y="7218"/>
                      <a:pt x="7458" y="947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5"/>
              <p:cNvSpPr/>
              <p:nvPr/>
            </p:nvSpPr>
            <p:spPr>
              <a:xfrm flipH="1" rot="1626522">
                <a:off x="2875590" y="-2511666"/>
                <a:ext cx="7038114" cy="3999943"/>
              </a:xfrm>
              <a:custGeom>
                <a:rect b="b" l="l" r="r" t="t"/>
                <a:pathLst>
                  <a:path extrusionOk="0" fill="none" h="78497" w="89416">
                    <a:moveTo>
                      <a:pt x="89416" y="78497"/>
                    </a:moveTo>
                    <a:cubicBezTo>
                      <a:pt x="87899" y="77230"/>
                      <a:pt x="86454" y="75624"/>
                      <a:pt x="84920" y="74134"/>
                    </a:cubicBezTo>
                    <a:cubicBezTo>
                      <a:pt x="83501" y="72761"/>
                      <a:pt x="81994" y="71494"/>
                      <a:pt x="80370" y="70361"/>
                    </a:cubicBezTo>
                    <a:cubicBezTo>
                      <a:pt x="74830" y="66534"/>
                      <a:pt x="68095" y="64580"/>
                      <a:pt x="61332" y="63456"/>
                    </a:cubicBezTo>
                    <a:cubicBezTo>
                      <a:pt x="60458" y="63304"/>
                      <a:pt x="59575" y="63171"/>
                      <a:pt x="58701" y="63046"/>
                    </a:cubicBezTo>
                    <a:cubicBezTo>
                      <a:pt x="52840" y="62216"/>
                      <a:pt x="46773" y="62127"/>
                      <a:pt x="41082" y="60619"/>
                    </a:cubicBezTo>
                    <a:cubicBezTo>
                      <a:pt x="35479" y="59129"/>
                      <a:pt x="29868" y="56203"/>
                      <a:pt x="26299" y="51752"/>
                    </a:cubicBezTo>
                    <a:cubicBezTo>
                      <a:pt x="22758" y="47327"/>
                      <a:pt x="21660" y="41921"/>
                      <a:pt x="20376" y="36390"/>
                    </a:cubicBezTo>
                    <a:cubicBezTo>
                      <a:pt x="18699" y="29155"/>
                      <a:pt x="18556" y="21295"/>
                      <a:pt x="15889" y="14337"/>
                    </a:cubicBezTo>
                    <a:cubicBezTo>
                      <a:pt x="15728" y="13936"/>
                      <a:pt x="15567" y="13525"/>
                      <a:pt x="15389" y="13133"/>
                    </a:cubicBezTo>
                    <a:cubicBezTo>
                      <a:pt x="12570" y="6790"/>
                      <a:pt x="7235" y="857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15"/>
              <p:cNvSpPr/>
              <p:nvPr/>
            </p:nvSpPr>
            <p:spPr>
              <a:xfrm flipH="1" rot="1626522">
                <a:off x="2900997" y="-2555552"/>
                <a:ext cx="6856368" cy="3993166"/>
              </a:xfrm>
              <a:custGeom>
                <a:rect b="b" l="l" r="r" t="t"/>
                <a:pathLst>
                  <a:path extrusionOk="0" fill="none" h="78364" w="87107">
                    <a:moveTo>
                      <a:pt x="87106" y="78363"/>
                    </a:moveTo>
                    <a:cubicBezTo>
                      <a:pt x="85688" y="77016"/>
                      <a:pt x="84332" y="75392"/>
                      <a:pt x="82869" y="73885"/>
                    </a:cubicBezTo>
                    <a:cubicBezTo>
                      <a:pt x="81521" y="72484"/>
                      <a:pt x="80085" y="71191"/>
                      <a:pt x="78506" y="70049"/>
                    </a:cubicBezTo>
                    <a:cubicBezTo>
                      <a:pt x="73154" y="66150"/>
                      <a:pt x="66543" y="64179"/>
                      <a:pt x="59915" y="63028"/>
                    </a:cubicBezTo>
                    <a:cubicBezTo>
                      <a:pt x="59058" y="62885"/>
                      <a:pt x="58193" y="62742"/>
                      <a:pt x="57337" y="62617"/>
                    </a:cubicBezTo>
                    <a:cubicBezTo>
                      <a:pt x="51582" y="61761"/>
                      <a:pt x="45641" y="61574"/>
                      <a:pt x="40065" y="60030"/>
                    </a:cubicBezTo>
                    <a:cubicBezTo>
                      <a:pt x="34436" y="58469"/>
                      <a:pt x="28834" y="55436"/>
                      <a:pt x="25426" y="50806"/>
                    </a:cubicBezTo>
                    <a:cubicBezTo>
                      <a:pt x="22036" y="46221"/>
                      <a:pt x="21242" y="40654"/>
                      <a:pt x="20136" y="35034"/>
                    </a:cubicBezTo>
                    <a:cubicBezTo>
                      <a:pt x="18744" y="27977"/>
                      <a:pt x="18441" y="20350"/>
                      <a:pt x="15711" y="13650"/>
                    </a:cubicBezTo>
                    <a:cubicBezTo>
                      <a:pt x="15550" y="13258"/>
                      <a:pt x="15381" y="12865"/>
                      <a:pt x="15202" y="12481"/>
                    </a:cubicBezTo>
                    <a:cubicBezTo>
                      <a:pt x="12321" y="6371"/>
                      <a:pt x="7004" y="786"/>
                      <a:pt x="1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15"/>
              <p:cNvSpPr/>
              <p:nvPr/>
            </p:nvSpPr>
            <p:spPr>
              <a:xfrm flipH="1" rot="1626522">
                <a:off x="2951732" y="-2642184"/>
                <a:ext cx="6493978" cy="3978134"/>
              </a:xfrm>
              <a:custGeom>
                <a:rect b="b" l="l" r="r" t="t"/>
                <a:pathLst>
                  <a:path extrusionOk="0" fill="none" h="78069" w="82503">
                    <a:moveTo>
                      <a:pt x="82503" y="78069"/>
                    </a:moveTo>
                    <a:cubicBezTo>
                      <a:pt x="81298" y="76570"/>
                      <a:pt x="80094" y="74902"/>
                      <a:pt x="78782" y="73349"/>
                    </a:cubicBezTo>
                    <a:cubicBezTo>
                      <a:pt x="77578" y="71922"/>
                      <a:pt x="76267" y="70575"/>
                      <a:pt x="74804" y="69388"/>
                    </a:cubicBezTo>
                    <a:cubicBezTo>
                      <a:pt x="69835" y="65365"/>
                      <a:pt x="63456" y="63367"/>
                      <a:pt x="57095" y="62171"/>
                    </a:cubicBezTo>
                    <a:cubicBezTo>
                      <a:pt x="56275" y="62011"/>
                      <a:pt x="55445" y="61868"/>
                      <a:pt x="54615" y="61734"/>
                    </a:cubicBezTo>
                    <a:cubicBezTo>
                      <a:pt x="49084" y="60833"/>
                      <a:pt x="43402" y="60450"/>
                      <a:pt x="38058" y="58835"/>
                    </a:cubicBezTo>
                    <a:cubicBezTo>
                      <a:pt x="32366" y="57122"/>
                      <a:pt x="26782" y="53866"/>
                      <a:pt x="23677" y="48897"/>
                    </a:cubicBezTo>
                    <a:cubicBezTo>
                      <a:pt x="20599" y="43973"/>
                      <a:pt x="20394" y="38103"/>
                      <a:pt x="19672" y="32313"/>
                    </a:cubicBezTo>
                    <a:cubicBezTo>
                      <a:pt x="18824" y="25586"/>
                      <a:pt x="18235" y="18450"/>
                      <a:pt x="15363" y="12249"/>
                    </a:cubicBezTo>
                    <a:cubicBezTo>
                      <a:pt x="15193" y="11893"/>
                      <a:pt x="15024" y="11536"/>
                      <a:pt x="14836" y="11179"/>
                    </a:cubicBezTo>
                    <a:cubicBezTo>
                      <a:pt x="11839" y="5514"/>
                      <a:pt x="6558" y="616"/>
                      <a:pt x="1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15"/>
              <p:cNvSpPr/>
              <p:nvPr/>
            </p:nvSpPr>
            <p:spPr>
              <a:xfrm flipH="1" rot="1626522">
                <a:off x="2977036" y="-2685724"/>
                <a:ext cx="6312074" cy="3970847"/>
              </a:xfrm>
              <a:custGeom>
                <a:rect b="b" l="l" r="r" t="t"/>
                <a:pathLst>
                  <a:path extrusionOk="0" fill="none" h="77926" w="80192">
                    <a:moveTo>
                      <a:pt x="80192" y="77926"/>
                    </a:moveTo>
                    <a:cubicBezTo>
                      <a:pt x="79086" y="76347"/>
                      <a:pt x="77970" y="74661"/>
                      <a:pt x="76739" y="73091"/>
                    </a:cubicBezTo>
                    <a:cubicBezTo>
                      <a:pt x="75597" y="71637"/>
                      <a:pt x="74348" y="70272"/>
                      <a:pt x="72939" y="69067"/>
                    </a:cubicBezTo>
                    <a:cubicBezTo>
                      <a:pt x="68166" y="64973"/>
                      <a:pt x="61904" y="62956"/>
                      <a:pt x="55677" y="61743"/>
                    </a:cubicBezTo>
                    <a:cubicBezTo>
                      <a:pt x="54874" y="61583"/>
                      <a:pt x="54062" y="61431"/>
                      <a:pt x="53250" y="61297"/>
                    </a:cubicBezTo>
                    <a:cubicBezTo>
                      <a:pt x="47826" y="60360"/>
                      <a:pt x="42277" y="59879"/>
                      <a:pt x="37041" y="58237"/>
                    </a:cubicBezTo>
                    <a:cubicBezTo>
                      <a:pt x="31322" y="56444"/>
                      <a:pt x="25747" y="53081"/>
                      <a:pt x="22794" y="47942"/>
                    </a:cubicBezTo>
                    <a:cubicBezTo>
                      <a:pt x="19868" y="42848"/>
                      <a:pt x="19948" y="36827"/>
                      <a:pt x="19422" y="30957"/>
                    </a:cubicBezTo>
                    <a:cubicBezTo>
                      <a:pt x="18842" y="24391"/>
                      <a:pt x="18128" y="17495"/>
                      <a:pt x="15184" y="11554"/>
                    </a:cubicBezTo>
                    <a:cubicBezTo>
                      <a:pt x="15015" y="11206"/>
                      <a:pt x="14827" y="10867"/>
                      <a:pt x="14640" y="10528"/>
                    </a:cubicBezTo>
                    <a:cubicBezTo>
                      <a:pt x="11589" y="5086"/>
                      <a:pt x="6326" y="536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15"/>
              <p:cNvSpPr/>
              <p:nvPr/>
            </p:nvSpPr>
            <p:spPr>
              <a:xfrm flipH="1" rot="1626522">
                <a:off x="3002278" y="-2729117"/>
                <a:ext cx="6130879" cy="3963611"/>
              </a:xfrm>
              <a:custGeom>
                <a:rect b="b" l="l" r="r" t="t"/>
                <a:pathLst>
                  <a:path extrusionOk="0" fill="none" h="77784" w="77890">
                    <a:moveTo>
                      <a:pt x="77890" y="77783"/>
                    </a:moveTo>
                    <a:cubicBezTo>
                      <a:pt x="76891" y="76124"/>
                      <a:pt x="75856" y="74420"/>
                      <a:pt x="74696" y="72823"/>
                    </a:cubicBezTo>
                    <a:cubicBezTo>
                      <a:pt x="73626" y="71351"/>
                      <a:pt x="72439" y="69968"/>
                      <a:pt x="71083" y="68737"/>
                    </a:cubicBezTo>
                    <a:cubicBezTo>
                      <a:pt x="66507" y="64580"/>
                      <a:pt x="60360" y="62546"/>
                      <a:pt x="54267" y="61306"/>
                    </a:cubicBezTo>
                    <a:cubicBezTo>
                      <a:pt x="53482" y="61145"/>
                      <a:pt x="52688" y="60994"/>
                      <a:pt x="51894" y="60851"/>
                    </a:cubicBezTo>
                    <a:cubicBezTo>
                      <a:pt x="46577" y="59896"/>
                      <a:pt x="41153" y="59308"/>
                      <a:pt x="36032" y="57639"/>
                    </a:cubicBezTo>
                    <a:cubicBezTo>
                      <a:pt x="30287" y="55766"/>
                      <a:pt x="24730" y="52305"/>
                      <a:pt x="21928" y="46988"/>
                    </a:cubicBezTo>
                    <a:cubicBezTo>
                      <a:pt x="19154" y="41724"/>
                      <a:pt x="19502" y="35551"/>
                      <a:pt x="19190" y="29592"/>
                    </a:cubicBezTo>
                    <a:cubicBezTo>
                      <a:pt x="18859" y="23195"/>
                      <a:pt x="18021" y="16540"/>
                      <a:pt x="15014" y="10858"/>
                    </a:cubicBezTo>
                    <a:cubicBezTo>
                      <a:pt x="14836" y="10519"/>
                      <a:pt x="14649" y="10198"/>
                      <a:pt x="14461" y="9868"/>
                    </a:cubicBezTo>
                    <a:cubicBezTo>
                      <a:pt x="11348" y="4658"/>
                      <a:pt x="6102" y="447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4" name="Google Shape;304;p15"/>
            <p:cNvSpPr/>
            <p:nvPr/>
          </p:nvSpPr>
          <p:spPr>
            <a:xfrm flipH="1" rot="1626522">
              <a:off x="3027918" y="-2772880"/>
              <a:ext cx="5949054" cy="3956324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5" name="Google Shape;305;p15"/>
          <p:cNvSpPr txBox="1"/>
          <p:nvPr>
            <p:ph idx="1" type="subTitle"/>
          </p:nvPr>
        </p:nvSpPr>
        <p:spPr>
          <a:xfrm>
            <a:off x="5367400" y="2181100"/>
            <a:ext cx="2873100" cy="11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15"/>
          <p:cNvSpPr/>
          <p:nvPr>
            <p:ph idx="2" type="pic"/>
          </p:nvPr>
        </p:nvSpPr>
        <p:spPr>
          <a:xfrm>
            <a:off x="903525" y="1733550"/>
            <a:ext cx="3843300" cy="243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7" name="Google Shape;307;p15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5_2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16"/>
          <p:cNvGrpSpPr/>
          <p:nvPr/>
        </p:nvGrpSpPr>
        <p:grpSpPr>
          <a:xfrm flipH="1" rot="-367341">
            <a:off x="-762135" y="1952618"/>
            <a:ext cx="3861581" cy="4709270"/>
            <a:chOff x="-905700" y="-825164"/>
            <a:chExt cx="3021607" cy="3684906"/>
          </a:xfrm>
        </p:grpSpPr>
        <p:sp>
          <p:nvSpPr>
            <p:cNvPr id="310" name="Google Shape;310;p16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6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6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6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6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6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6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6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6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6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6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16"/>
          <p:cNvSpPr txBox="1"/>
          <p:nvPr>
            <p:ph idx="1" type="subTitle"/>
          </p:nvPr>
        </p:nvSpPr>
        <p:spPr>
          <a:xfrm>
            <a:off x="1030038" y="2112972"/>
            <a:ext cx="2481000" cy="11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16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5_2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17"/>
          <p:cNvGrpSpPr/>
          <p:nvPr/>
        </p:nvGrpSpPr>
        <p:grpSpPr>
          <a:xfrm rot="-223767">
            <a:off x="6257189" y="1676168"/>
            <a:ext cx="4245889" cy="4852598"/>
            <a:chOff x="-905700" y="-825164"/>
            <a:chExt cx="3021607" cy="3684906"/>
          </a:xfrm>
        </p:grpSpPr>
        <p:sp>
          <p:nvSpPr>
            <p:cNvPr id="325" name="Google Shape;325;p17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7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7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7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7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7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7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7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7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7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7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p17"/>
          <p:cNvSpPr txBox="1"/>
          <p:nvPr>
            <p:ph idx="1" type="subTitle"/>
          </p:nvPr>
        </p:nvSpPr>
        <p:spPr>
          <a:xfrm>
            <a:off x="2514050" y="3876375"/>
            <a:ext cx="4423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17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5_2_2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8"/>
          <p:cNvSpPr txBox="1"/>
          <p:nvPr>
            <p:ph idx="1" type="subTitle"/>
          </p:nvPr>
        </p:nvSpPr>
        <p:spPr>
          <a:xfrm>
            <a:off x="4191000" y="2442663"/>
            <a:ext cx="3470700" cy="9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18"/>
          <p:cNvSpPr txBox="1"/>
          <p:nvPr>
            <p:ph type="ctrTitle"/>
          </p:nvPr>
        </p:nvSpPr>
        <p:spPr>
          <a:xfrm>
            <a:off x="4191000" y="1724038"/>
            <a:ext cx="34707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341" name="Google Shape;341;p18"/>
          <p:cNvGrpSpPr/>
          <p:nvPr/>
        </p:nvGrpSpPr>
        <p:grpSpPr>
          <a:xfrm flipH="1" rot="-5400000">
            <a:off x="3282403" y="2563066"/>
            <a:ext cx="10336121" cy="794623"/>
            <a:chOff x="80650" y="2722550"/>
            <a:chExt cx="8030550" cy="617375"/>
          </a:xfrm>
        </p:grpSpPr>
        <p:sp>
          <p:nvSpPr>
            <p:cNvPr id="342" name="Google Shape;342;p18"/>
            <p:cNvSpPr/>
            <p:nvPr/>
          </p:nvSpPr>
          <p:spPr>
            <a:xfrm>
              <a:off x="81100" y="2722550"/>
              <a:ext cx="8014950" cy="569200"/>
            </a:xfrm>
            <a:custGeom>
              <a:rect b="b" l="l" r="r" t="t"/>
              <a:pathLst>
                <a:path extrusionOk="0" fill="none" h="22768" w="320598">
                  <a:moveTo>
                    <a:pt x="0" y="22768"/>
                  </a:moveTo>
                  <a:cubicBezTo>
                    <a:pt x="18271" y="15524"/>
                    <a:pt x="45874" y="10670"/>
                    <a:pt x="69158" y="8886"/>
                  </a:cubicBezTo>
                  <a:cubicBezTo>
                    <a:pt x="98938" y="6585"/>
                    <a:pt x="117173" y="9047"/>
                    <a:pt x="136086" y="12098"/>
                  </a:cubicBezTo>
                  <a:cubicBezTo>
                    <a:pt x="152716" y="14792"/>
                    <a:pt x="173288" y="16559"/>
                    <a:pt x="199196" y="13722"/>
                  </a:cubicBezTo>
                  <a:cubicBezTo>
                    <a:pt x="214291" y="12062"/>
                    <a:pt x="229439" y="8173"/>
                    <a:pt x="243731" y="5353"/>
                  </a:cubicBezTo>
                  <a:cubicBezTo>
                    <a:pt x="258879" y="2356"/>
                    <a:pt x="274581" y="1035"/>
                    <a:pt x="289051" y="465"/>
                  </a:cubicBezTo>
                  <a:cubicBezTo>
                    <a:pt x="301309" y="1"/>
                    <a:pt x="312425" y="554"/>
                    <a:pt x="320597" y="1553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8"/>
            <p:cNvSpPr/>
            <p:nvPr/>
          </p:nvSpPr>
          <p:spPr>
            <a:xfrm>
              <a:off x="89125" y="2831400"/>
              <a:ext cx="7821350" cy="508525"/>
            </a:xfrm>
            <a:custGeom>
              <a:rect b="b" l="l" r="r" t="t"/>
              <a:pathLst>
                <a:path extrusionOk="0" fill="none" h="20341" w="312854">
                  <a:moveTo>
                    <a:pt x="1" y="20341"/>
                  </a:moveTo>
                  <a:cubicBezTo>
                    <a:pt x="17968" y="13186"/>
                    <a:pt x="45178" y="8493"/>
                    <a:pt x="67999" y="6780"/>
                  </a:cubicBezTo>
                  <a:cubicBezTo>
                    <a:pt x="97207" y="4604"/>
                    <a:pt x="114675" y="7066"/>
                    <a:pt x="132678" y="10278"/>
                  </a:cubicBezTo>
                  <a:cubicBezTo>
                    <a:pt x="149718" y="13293"/>
                    <a:pt x="171129" y="15309"/>
                    <a:pt x="198304" y="12437"/>
                  </a:cubicBezTo>
                  <a:cubicBezTo>
                    <a:pt x="212703" y="10920"/>
                    <a:pt x="227209" y="7316"/>
                    <a:pt x="240858" y="4746"/>
                  </a:cubicBezTo>
                  <a:cubicBezTo>
                    <a:pt x="255454" y="2016"/>
                    <a:pt x="270442" y="874"/>
                    <a:pt x="284341" y="393"/>
                  </a:cubicBezTo>
                  <a:cubicBezTo>
                    <a:pt x="295564" y="0"/>
                    <a:pt x="305788" y="553"/>
                    <a:pt x="312854" y="1535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8"/>
            <p:cNvSpPr/>
            <p:nvPr/>
          </p:nvSpPr>
          <p:spPr>
            <a:xfrm>
              <a:off x="80650" y="2991525"/>
              <a:ext cx="8030550" cy="332350"/>
            </a:xfrm>
            <a:custGeom>
              <a:rect b="b" l="l" r="r" t="t"/>
              <a:pathLst>
                <a:path extrusionOk="0" fill="none" h="13294" w="321222">
                  <a:moveTo>
                    <a:pt x="1" y="11741"/>
                  </a:moveTo>
                  <a:cubicBezTo>
                    <a:pt x="18557" y="5318"/>
                    <a:pt x="46356" y="1696"/>
                    <a:pt x="69712" y="964"/>
                  </a:cubicBezTo>
                  <a:cubicBezTo>
                    <a:pt x="99563" y="1"/>
                    <a:pt x="117673" y="3266"/>
                    <a:pt x="136425" y="7173"/>
                  </a:cubicBezTo>
                  <a:cubicBezTo>
                    <a:pt x="152912" y="10617"/>
                    <a:pt x="173378" y="13293"/>
                    <a:pt x="199392" y="11616"/>
                  </a:cubicBezTo>
                  <a:cubicBezTo>
                    <a:pt x="214558" y="10635"/>
                    <a:pt x="229867" y="7423"/>
                    <a:pt x="244266" y="5246"/>
                  </a:cubicBezTo>
                  <a:cubicBezTo>
                    <a:pt x="259540" y="2945"/>
                    <a:pt x="275277" y="2320"/>
                    <a:pt x="289765" y="2409"/>
                  </a:cubicBezTo>
                  <a:cubicBezTo>
                    <a:pt x="302041" y="2481"/>
                    <a:pt x="313103" y="3534"/>
                    <a:pt x="321222" y="489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5_2_2_1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7" name="Google Shape;347;p19"/>
          <p:cNvSpPr txBox="1"/>
          <p:nvPr>
            <p:ph idx="1" type="body"/>
          </p:nvPr>
        </p:nvSpPr>
        <p:spPr>
          <a:xfrm>
            <a:off x="2321700" y="1600200"/>
            <a:ext cx="4500600" cy="23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348" name="Google Shape;348;p19"/>
          <p:cNvGrpSpPr/>
          <p:nvPr/>
        </p:nvGrpSpPr>
        <p:grpSpPr>
          <a:xfrm flipH="1" rot="-614732">
            <a:off x="-939769" y="1433353"/>
            <a:ext cx="5378408" cy="5728507"/>
            <a:chOff x="-905700" y="-825164"/>
            <a:chExt cx="3021607" cy="3684906"/>
          </a:xfrm>
        </p:grpSpPr>
        <p:sp>
          <p:nvSpPr>
            <p:cNvPr id="349" name="Google Shape;349;p19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9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9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9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9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9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9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9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9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9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9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20"/>
          <p:cNvGrpSpPr/>
          <p:nvPr/>
        </p:nvGrpSpPr>
        <p:grpSpPr>
          <a:xfrm rot="6208408">
            <a:off x="-630038" y="1497623"/>
            <a:ext cx="2812877" cy="5669546"/>
            <a:chOff x="-905700" y="-825164"/>
            <a:chExt cx="3021607" cy="3684906"/>
          </a:xfrm>
        </p:grpSpPr>
        <p:sp>
          <p:nvSpPr>
            <p:cNvPr id="362" name="Google Shape;362;p20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0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0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0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0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0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0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0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0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0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0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3" name="Google Shape;373;p20"/>
          <p:cNvSpPr txBox="1"/>
          <p:nvPr>
            <p:ph idx="1" type="subTitle"/>
          </p:nvPr>
        </p:nvSpPr>
        <p:spPr>
          <a:xfrm>
            <a:off x="829500" y="1744125"/>
            <a:ext cx="3653100" cy="19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20"/>
          <p:cNvSpPr txBox="1"/>
          <p:nvPr>
            <p:ph idx="2" type="subTitle"/>
          </p:nvPr>
        </p:nvSpPr>
        <p:spPr>
          <a:xfrm>
            <a:off x="4661405" y="1744125"/>
            <a:ext cx="3653100" cy="19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20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376" name="Google Shape;376;p20"/>
          <p:cNvGrpSpPr/>
          <p:nvPr/>
        </p:nvGrpSpPr>
        <p:grpSpPr>
          <a:xfrm rot="2197962">
            <a:off x="3637619" y="-2923886"/>
            <a:ext cx="11523385" cy="5921575"/>
            <a:chOff x="1287053" y="-3034385"/>
            <a:chExt cx="11523056" cy="5921406"/>
          </a:xfrm>
        </p:grpSpPr>
        <p:grpSp>
          <p:nvGrpSpPr>
            <p:cNvPr id="377" name="Google Shape;377;p20"/>
            <p:cNvGrpSpPr/>
            <p:nvPr/>
          </p:nvGrpSpPr>
          <p:grpSpPr>
            <a:xfrm>
              <a:off x="1287053" y="-3030034"/>
              <a:ext cx="11523056" cy="5917055"/>
              <a:chOff x="1287053" y="-3030034"/>
              <a:chExt cx="11523056" cy="5917055"/>
            </a:xfrm>
          </p:grpSpPr>
          <p:sp>
            <p:nvSpPr>
              <p:cNvPr id="378" name="Google Shape;378;p20"/>
              <p:cNvSpPr/>
              <p:nvPr/>
            </p:nvSpPr>
            <p:spPr>
              <a:xfrm flipH="1" rot="1626522">
                <a:off x="2622604" y="-2076704"/>
                <a:ext cx="8851954" cy="4073117"/>
              </a:xfrm>
              <a:custGeom>
                <a:rect b="b" l="l" r="r" t="t"/>
                <a:pathLst>
                  <a:path extrusionOk="0" fill="none" h="79933" w="112460">
                    <a:moveTo>
                      <a:pt x="1" y="0"/>
                    </a:moveTo>
                    <a:cubicBezTo>
                      <a:pt x="9493" y="1677"/>
                      <a:pt x="14997" y="11053"/>
                      <a:pt x="17245" y="19644"/>
                    </a:cubicBezTo>
                    <a:cubicBezTo>
                      <a:pt x="19850" y="29573"/>
                      <a:pt x="17459" y="40760"/>
                      <a:pt x="22750" y="49967"/>
                    </a:cubicBezTo>
                    <a:cubicBezTo>
                      <a:pt x="28307" y="59637"/>
                      <a:pt x="40601" y="64936"/>
                      <a:pt x="51199" y="66577"/>
                    </a:cubicBezTo>
                    <a:cubicBezTo>
                      <a:pt x="58023" y="67639"/>
                      <a:pt x="65374" y="66863"/>
                      <a:pt x="72306" y="67443"/>
                    </a:cubicBezTo>
                    <a:cubicBezTo>
                      <a:pt x="83939" y="68406"/>
                      <a:pt x="95117" y="71056"/>
                      <a:pt x="105367" y="76765"/>
                    </a:cubicBezTo>
                    <a:cubicBezTo>
                      <a:pt x="107642" y="78032"/>
                      <a:pt x="109908" y="79433"/>
                      <a:pt x="112460" y="79932"/>
                    </a:cubicBezTo>
                  </a:path>
                </a:pathLst>
              </a:custGeom>
              <a:noFill/>
              <a:ln cap="flat" cmpd="sng" w="28575">
                <a:solidFill>
                  <a:schemeClr val="lt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0"/>
              <p:cNvSpPr/>
              <p:nvPr/>
            </p:nvSpPr>
            <p:spPr>
              <a:xfrm flipH="1" rot="1626522">
                <a:off x="2648113" y="-2120576"/>
                <a:ext cx="8670050" cy="4066289"/>
              </a:xfrm>
              <a:custGeom>
                <a:rect b="b" l="l" r="r" t="t"/>
                <a:pathLst>
                  <a:path extrusionOk="0" fill="none" h="79799" w="110149">
                    <a:moveTo>
                      <a:pt x="110149" y="79798"/>
                    </a:moveTo>
                    <a:cubicBezTo>
                      <a:pt x="107704" y="79219"/>
                      <a:pt x="105519" y="77791"/>
                      <a:pt x="103315" y="76507"/>
                    </a:cubicBezTo>
                    <a:cubicBezTo>
                      <a:pt x="101281" y="75311"/>
                      <a:pt x="99194" y="74250"/>
                      <a:pt x="97071" y="73304"/>
                    </a:cubicBezTo>
                    <a:cubicBezTo>
                      <a:pt x="89791" y="70066"/>
                      <a:pt x="82021" y="68246"/>
                      <a:pt x="74027" y="67318"/>
                    </a:cubicBezTo>
                    <a:cubicBezTo>
                      <a:pt x="73002" y="67202"/>
                      <a:pt x="71976" y="67095"/>
                      <a:pt x="70941" y="67006"/>
                    </a:cubicBezTo>
                    <a:cubicBezTo>
                      <a:pt x="64116" y="66408"/>
                      <a:pt x="56899" y="67095"/>
                      <a:pt x="50182" y="65989"/>
                    </a:cubicBezTo>
                    <a:cubicBezTo>
                      <a:pt x="44847" y="65097"/>
                      <a:pt x="39119" y="63241"/>
                      <a:pt x="34177" y="60324"/>
                    </a:cubicBezTo>
                    <a:cubicBezTo>
                      <a:pt x="29244" y="57416"/>
                      <a:pt x="25149" y="53499"/>
                      <a:pt x="22508" y="48620"/>
                    </a:cubicBezTo>
                    <a:cubicBezTo>
                      <a:pt x="17878" y="40038"/>
                      <a:pt x="19502" y="29859"/>
                      <a:pt x="17459" y="20616"/>
                    </a:cubicBezTo>
                    <a:cubicBezTo>
                      <a:pt x="17334" y="20072"/>
                      <a:pt x="17200" y="19537"/>
                      <a:pt x="17058" y="19002"/>
                    </a:cubicBezTo>
                    <a:cubicBezTo>
                      <a:pt x="14747" y="10634"/>
                      <a:pt x="9261" y="1606"/>
                      <a:pt x="1" y="0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0"/>
              <p:cNvSpPr/>
              <p:nvPr/>
            </p:nvSpPr>
            <p:spPr>
              <a:xfrm flipH="1" rot="1626522">
                <a:off x="2673583" y="-2163828"/>
                <a:ext cx="8488855" cy="4058543"/>
              </a:xfrm>
              <a:custGeom>
                <a:rect b="b" l="l" r="r" t="t"/>
                <a:pathLst>
                  <a:path extrusionOk="0" fill="none" h="79647" w="107847">
                    <a:moveTo>
                      <a:pt x="107847" y="79647"/>
                    </a:moveTo>
                    <a:cubicBezTo>
                      <a:pt x="105501" y="78995"/>
                      <a:pt x="103404" y="77550"/>
                      <a:pt x="101281" y="76239"/>
                    </a:cubicBezTo>
                    <a:cubicBezTo>
                      <a:pt x="99310" y="75026"/>
                      <a:pt x="97293" y="73937"/>
                      <a:pt x="95215" y="72974"/>
                    </a:cubicBezTo>
                    <a:cubicBezTo>
                      <a:pt x="88131" y="69673"/>
                      <a:pt x="80477" y="67835"/>
                      <a:pt x="72618" y="66890"/>
                    </a:cubicBezTo>
                    <a:cubicBezTo>
                      <a:pt x="71610" y="66765"/>
                      <a:pt x="70602" y="66658"/>
                      <a:pt x="69585" y="66569"/>
                    </a:cubicBezTo>
                    <a:cubicBezTo>
                      <a:pt x="62858" y="65935"/>
                      <a:pt x="55766" y="66560"/>
                      <a:pt x="49173" y="65391"/>
                    </a:cubicBezTo>
                    <a:cubicBezTo>
                      <a:pt x="43803" y="64445"/>
                      <a:pt x="38093" y="62456"/>
                      <a:pt x="33303" y="59369"/>
                    </a:cubicBezTo>
                    <a:cubicBezTo>
                      <a:pt x="28530" y="56300"/>
                      <a:pt x="24774" y="52206"/>
                      <a:pt x="22276" y="47255"/>
                    </a:cubicBezTo>
                    <a:cubicBezTo>
                      <a:pt x="18003" y="38806"/>
                      <a:pt x="19395" y="28904"/>
                      <a:pt x="17289" y="19921"/>
                    </a:cubicBezTo>
                    <a:cubicBezTo>
                      <a:pt x="17165" y="19394"/>
                      <a:pt x="17022" y="18868"/>
                      <a:pt x="16870" y="18342"/>
                    </a:cubicBezTo>
                    <a:cubicBezTo>
                      <a:pt x="14506" y="10206"/>
                      <a:pt x="9038" y="1517"/>
                      <a:pt x="0" y="0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0"/>
              <p:cNvSpPr/>
              <p:nvPr/>
            </p:nvSpPr>
            <p:spPr>
              <a:xfrm flipH="1" rot="1626522">
                <a:off x="2698774" y="-2207225"/>
                <a:ext cx="8307739" cy="4051256"/>
              </a:xfrm>
              <a:custGeom>
                <a:rect b="b" l="l" r="r" t="t"/>
                <a:pathLst>
                  <a:path extrusionOk="0" fill="none" h="79504" w="105546">
                    <a:moveTo>
                      <a:pt x="105545" y="79504"/>
                    </a:moveTo>
                    <a:cubicBezTo>
                      <a:pt x="103306" y="78772"/>
                      <a:pt x="101290" y="77309"/>
                      <a:pt x="99238" y="75980"/>
                    </a:cubicBezTo>
                    <a:cubicBezTo>
                      <a:pt x="97338" y="74749"/>
                      <a:pt x="95384" y="73634"/>
                      <a:pt x="93368" y="72644"/>
                    </a:cubicBezTo>
                    <a:cubicBezTo>
                      <a:pt x="86472" y="69280"/>
                      <a:pt x="78934" y="67434"/>
                      <a:pt x="71217" y="66461"/>
                    </a:cubicBezTo>
                    <a:cubicBezTo>
                      <a:pt x="70218" y="66337"/>
                      <a:pt x="69228" y="66221"/>
                      <a:pt x="68229" y="66122"/>
                    </a:cubicBezTo>
                    <a:cubicBezTo>
                      <a:pt x="61609" y="65471"/>
                      <a:pt x="54651" y="66006"/>
                      <a:pt x="48165" y="64793"/>
                    </a:cubicBezTo>
                    <a:cubicBezTo>
                      <a:pt x="42768" y="63785"/>
                      <a:pt x="37067" y="61680"/>
                      <a:pt x="32428" y="58415"/>
                    </a:cubicBezTo>
                    <a:cubicBezTo>
                      <a:pt x="27807" y="55176"/>
                      <a:pt x="24399" y="50903"/>
                      <a:pt x="22044" y="45899"/>
                    </a:cubicBezTo>
                    <a:cubicBezTo>
                      <a:pt x="18119" y="37584"/>
                      <a:pt x="19297" y="27958"/>
                      <a:pt x="17111" y="19216"/>
                    </a:cubicBezTo>
                    <a:cubicBezTo>
                      <a:pt x="16986" y="18707"/>
                      <a:pt x="16843" y="18199"/>
                      <a:pt x="16692" y="17690"/>
                    </a:cubicBezTo>
                    <a:cubicBezTo>
                      <a:pt x="14265" y="9777"/>
                      <a:pt x="8814" y="1436"/>
                      <a:pt x="0" y="0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0"/>
              <p:cNvSpPr/>
              <p:nvPr/>
            </p:nvSpPr>
            <p:spPr>
              <a:xfrm flipH="1" rot="1626522">
                <a:off x="2724055" y="-2250779"/>
                <a:ext cx="8125835" cy="4044021"/>
              </a:xfrm>
              <a:custGeom>
                <a:rect b="b" l="l" r="r" t="t"/>
                <a:pathLst>
                  <a:path extrusionOk="0" fill="none" h="79362" w="103235">
                    <a:moveTo>
                      <a:pt x="103234" y="79361"/>
                    </a:moveTo>
                    <a:cubicBezTo>
                      <a:pt x="101102" y="78549"/>
                      <a:pt x="99166" y="77068"/>
                      <a:pt x="97186" y="75712"/>
                    </a:cubicBezTo>
                    <a:cubicBezTo>
                      <a:pt x="95357" y="74464"/>
                      <a:pt x="93466" y="73331"/>
                      <a:pt x="91503" y="72323"/>
                    </a:cubicBezTo>
                    <a:cubicBezTo>
                      <a:pt x="84804" y="68879"/>
                      <a:pt x="77381" y="67023"/>
                      <a:pt x="69798" y="66024"/>
                    </a:cubicBezTo>
                    <a:cubicBezTo>
                      <a:pt x="68817" y="65899"/>
                      <a:pt x="67845" y="65783"/>
                      <a:pt x="66863" y="65685"/>
                    </a:cubicBezTo>
                    <a:cubicBezTo>
                      <a:pt x="60351" y="65007"/>
                      <a:pt x="53517" y="65453"/>
                      <a:pt x="47148" y="64195"/>
                    </a:cubicBezTo>
                    <a:cubicBezTo>
                      <a:pt x="41715" y="63125"/>
                      <a:pt x="36032" y="60895"/>
                      <a:pt x="31545" y="57460"/>
                    </a:cubicBezTo>
                    <a:cubicBezTo>
                      <a:pt x="27084" y="54052"/>
                      <a:pt x="24016" y="49610"/>
                      <a:pt x="21794" y="44543"/>
                    </a:cubicBezTo>
                    <a:cubicBezTo>
                      <a:pt x="18217" y="36362"/>
                      <a:pt x="19180" y="27004"/>
                      <a:pt x="16932" y="18520"/>
                    </a:cubicBezTo>
                    <a:cubicBezTo>
                      <a:pt x="16798" y="18020"/>
                      <a:pt x="16656" y="17530"/>
                      <a:pt x="16504" y="17039"/>
                    </a:cubicBezTo>
                    <a:cubicBezTo>
                      <a:pt x="14015" y="9349"/>
                      <a:pt x="8582" y="1347"/>
                      <a:pt x="0" y="0"/>
                    </a:cubicBezTo>
                  </a:path>
                </a:pathLst>
              </a:custGeom>
              <a:noFill/>
              <a:ln cap="flat" cmpd="sng" w="28575">
                <a:solidFill>
                  <a:schemeClr val="lt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0"/>
              <p:cNvSpPr/>
              <p:nvPr/>
            </p:nvSpPr>
            <p:spPr>
              <a:xfrm flipH="1" rot="1626522">
                <a:off x="2774360" y="-2338047"/>
                <a:ext cx="7763524" cy="4029447"/>
              </a:xfrm>
              <a:custGeom>
                <a:rect b="b" l="l" r="r" t="t"/>
                <a:pathLst>
                  <a:path extrusionOk="0" fill="none" h="79076" w="98632">
                    <a:moveTo>
                      <a:pt x="98632" y="79076"/>
                    </a:moveTo>
                    <a:cubicBezTo>
                      <a:pt x="96696" y="78112"/>
                      <a:pt x="94921" y="76596"/>
                      <a:pt x="93092" y="75195"/>
                    </a:cubicBezTo>
                    <a:cubicBezTo>
                      <a:pt x="91397" y="73902"/>
                      <a:pt x="89639" y="72724"/>
                      <a:pt x="87793" y="71671"/>
                    </a:cubicBezTo>
                    <a:cubicBezTo>
                      <a:pt x="81477" y="68103"/>
                      <a:pt x="74286" y="66212"/>
                      <a:pt x="66971" y="65177"/>
                    </a:cubicBezTo>
                    <a:cubicBezTo>
                      <a:pt x="66034" y="65043"/>
                      <a:pt x="65089" y="64918"/>
                      <a:pt x="64143" y="64811"/>
                    </a:cubicBezTo>
                    <a:cubicBezTo>
                      <a:pt x="57845" y="64080"/>
                      <a:pt x="51261" y="64356"/>
                      <a:pt x="45123" y="63009"/>
                    </a:cubicBezTo>
                    <a:cubicBezTo>
                      <a:pt x="39637" y="61805"/>
                      <a:pt x="33981" y="59334"/>
                      <a:pt x="29797" y="55560"/>
                    </a:cubicBezTo>
                    <a:cubicBezTo>
                      <a:pt x="25640" y="51813"/>
                      <a:pt x="23249" y="47049"/>
                      <a:pt x="21322" y="41831"/>
                    </a:cubicBezTo>
                    <a:cubicBezTo>
                      <a:pt x="18414" y="33953"/>
                      <a:pt x="18976" y="25104"/>
                      <a:pt x="16585" y="17128"/>
                    </a:cubicBezTo>
                    <a:cubicBezTo>
                      <a:pt x="16442" y="16664"/>
                      <a:pt x="16291" y="16201"/>
                      <a:pt x="16130" y="15746"/>
                    </a:cubicBezTo>
                    <a:cubicBezTo>
                      <a:pt x="13534" y="8502"/>
                      <a:pt x="8128" y="1195"/>
                      <a:pt x="1" y="0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0"/>
              <p:cNvSpPr/>
              <p:nvPr/>
            </p:nvSpPr>
            <p:spPr>
              <a:xfrm flipH="1" rot="1626522">
                <a:off x="2824816" y="-2424874"/>
                <a:ext cx="7401212" cy="4014975"/>
              </a:xfrm>
              <a:custGeom>
                <a:rect b="b" l="l" r="r" t="t"/>
                <a:pathLst>
                  <a:path extrusionOk="0" fill="none" h="78792" w="94029">
                    <a:moveTo>
                      <a:pt x="94028" y="78791"/>
                    </a:moveTo>
                    <a:cubicBezTo>
                      <a:pt x="92298" y="77676"/>
                      <a:pt x="90692" y="76106"/>
                      <a:pt x="89015" y="74670"/>
                    </a:cubicBezTo>
                    <a:cubicBezTo>
                      <a:pt x="87454" y="73332"/>
                      <a:pt x="85821" y="72109"/>
                      <a:pt x="84081" y="71021"/>
                    </a:cubicBezTo>
                    <a:cubicBezTo>
                      <a:pt x="78158" y="67319"/>
                      <a:pt x="71199" y="65401"/>
                      <a:pt x="64152" y="64312"/>
                    </a:cubicBezTo>
                    <a:cubicBezTo>
                      <a:pt x="63251" y="64179"/>
                      <a:pt x="62341" y="64045"/>
                      <a:pt x="61422" y="63929"/>
                    </a:cubicBezTo>
                    <a:cubicBezTo>
                      <a:pt x="55347" y="63153"/>
                      <a:pt x="49022" y="63251"/>
                      <a:pt x="43107" y="61815"/>
                    </a:cubicBezTo>
                    <a:cubicBezTo>
                      <a:pt x="37558" y="60467"/>
                      <a:pt x="31929" y="57773"/>
                      <a:pt x="28057" y="53661"/>
                    </a:cubicBezTo>
                    <a:cubicBezTo>
                      <a:pt x="24203" y="49575"/>
                      <a:pt x="22473" y="44481"/>
                      <a:pt x="20858" y="39111"/>
                    </a:cubicBezTo>
                    <a:cubicBezTo>
                      <a:pt x="18574" y="31546"/>
                      <a:pt x="18770" y="23204"/>
                      <a:pt x="16237" y="15738"/>
                    </a:cubicBezTo>
                    <a:cubicBezTo>
                      <a:pt x="16094" y="15300"/>
                      <a:pt x="15934" y="14863"/>
                      <a:pt x="15764" y="14435"/>
                    </a:cubicBezTo>
                    <a:cubicBezTo>
                      <a:pt x="13052" y="7646"/>
                      <a:pt x="7682" y="1027"/>
                      <a:pt x="1" y="1"/>
                    </a:cubicBezTo>
                  </a:path>
                </a:pathLst>
              </a:custGeom>
              <a:noFill/>
              <a:ln cap="flat" cmpd="sng" w="28575">
                <a:solidFill>
                  <a:schemeClr val="lt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0"/>
              <p:cNvSpPr/>
              <p:nvPr/>
            </p:nvSpPr>
            <p:spPr>
              <a:xfrm flipH="1" rot="1626522">
                <a:off x="2850325" y="-2468287"/>
                <a:ext cx="7219309" cy="4007230"/>
              </a:xfrm>
              <a:custGeom>
                <a:rect b="b" l="l" r="r" t="t"/>
                <a:pathLst>
                  <a:path extrusionOk="0" fill="none" h="78640" w="91718">
                    <a:moveTo>
                      <a:pt x="91718" y="78640"/>
                    </a:moveTo>
                    <a:cubicBezTo>
                      <a:pt x="90094" y="77453"/>
                      <a:pt x="88568" y="75865"/>
                      <a:pt x="86963" y="74402"/>
                    </a:cubicBezTo>
                    <a:cubicBezTo>
                      <a:pt x="85473" y="73046"/>
                      <a:pt x="83903" y="71797"/>
                      <a:pt x="82226" y="70691"/>
                    </a:cubicBezTo>
                    <a:cubicBezTo>
                      <a:pt x="76489" y="66926"/>
                      <a:pt x="69647" y="64990"/>
                      <a:pt x="62733" y="63884"/>
                    </a:cubicBezTo>
                    <a:cubicBezTo>
                      <a:pt x="61850" y="63741"/>
                      <a:pt x="60949" y="63608"/>
                      <a:pt x="60057" y="63492"/>
                    </a:cubicBezTo>
                    <a:cubicBezTo>
                      <a:pt x="54089" y="62689"/>
                      <a:pt x="47888" y="62689"/>
                      <a:pt x="42090" y="61217"/>
                    </a:cubicBezTo>
                    <a:cubicBezTo>
                      <a:pt x="36514" y="59798"/>
                      <a:pt x="30894" y="56988"/>
                      <a:pt x="27174" y="52706"/>
                    </a:cubicBezTo>
                    <a:cubicBezTo>
                      <a:pt x="23481" y="48451"/>
                      <a:pt x="22062" y="43205"/>
                      <a:pt x="20608" y="37746"/>
                    </a:cubicBezTo>
                    <a:cubicBezTo>
                      <a:pt x="18636" y="30350"/>
                      <a:pt x="18654" y="22250"/>
                      <a:pt x="16058" y="15033"/>
                    </a:cubicBezTo>
                    <a:cubicBezTo>
                      <a:pt x="15907" y="14614"/>
                      <a:pt x="15746" y="14194"/>
                      <a:pt x="15568" y="13784"/>
                    </a:cubicBezTo>
                    <a:cubicBezTo>
                      <a:pt x="12802" y="7218"/>
                      <a:pt x="7458" y="947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0"/>
              <p:cNvSpPr/>
              <p:nvPr/>
            </p:nvSpPr>
            <p:spPr>
              <a:xfrm flipH="1" rot="1626522">
                <a:off x="2875590" y="-2511666"/>
                <a:ext cx="7038114" cy="3999943"/>
              </a:xfrm>
              <a:custGeom>
                <a:rect b="b" l="l" r="r" t="t"/>
                <a:pathLst>
                  <a:path extrusionOk="0" fill="none" h="78497" w="89416">
                    <a:moveTo>
                      <a:pt x="89416" y="78497"/>
                    </a:moveTo>
                    <a:cubicBezTo>
                      <a:pt x="87899" y="77230"/>
                      <a:pt x="86454" y="75624"/>
                      <a:pt x="84920" y="74134"/>
                    </a:cubicBezTo>
                    <a:cubicBezTo>
                      <a:pt x="83501" y="72761"/>
                      <a:pt x="81994" y="71494"/>
                      <a:pt x="80370" y="70361"/>
                    </a:cubicBezTo>
                    <a:cubicBezTo>
                      <a:pt x="74830" y="66534"/>
                      <a:pt x="68095" y="64580"/>
                      <a:pt x="61332" y="63456"/>
                    </a:cubicBezTo>
                    <a:cubicBezTo>
                      <a:pt x="60458" y="63304"/>
                      <a:pt x="59575" y="63171"/>
                      <a:pt x="58701" y="63046"/>
                    </a:cubicBezTo>
                    <a:cubicBezTo>
                      <a:pt x="52840" y="62216"/>
                      <a:pt x="46773" y="62127"/>
                      <a:pt x="41082" y="60619"/>
                    </a:cubicBezTo>
                    <a:cubicBezTo>
                      <a:pt x="35479" y="59129"/>
                      <a:pt x="29868" y="56203"/>
                      <a:pt x="26299" y="51752"/>
                    </a:cubicBezTo>
                    <a:cubicBezTo>
                      <a:pt x="22758" y="47327"/>
                      <a:pt x="21660" y="41921"/>
                      <a:pt x="20376" y="36390"/>
                    </a:cubicBezTo>
                    <a:cubicBezTo>
                      <a:pt x="18699" y="29155"/>
                      <a:pt x="18556" y="21295"/>
                      <a:pt x="15889" y="14337"/>
                    </a:cubicBezTo>
                    <a:cubicBezTo>
                      <a:pt x="15728" y="13936"/>
                      <a:pt x="15567" y="13525"/>
                      <a:pt x="15389" y="13133"/>
                    </a:cubicBezTo>
                    <a:cubicBezTo>
                      <a:pt x="12570" y="6790"/>
                      <a:pt x="7235" y="857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0"/>
              <p:cNvSpPr/>
              <p:nvPr/>
            </p:nvSpPr>
            <p:spPr>
              <a:xfrm flipH="1" rot="1626522">
                <a:off x="2900997" y="-2555552"/>
                <a:ext cx="6856368" cy="3993166"/>
              </a:xfrm>
              <a:custGeom>
                <a:rect b="b" l="l" r="r" t="t"/>
                <a:pathLst>
                  <a:path extrusionOk="0" fill="none" h="78364" w="87107">
                    <a:moveTo>
                      <a:pt x="87106" y="78363"/>
                    </a:moveTo>
                    <a:cubicBezTo>
                      <a:pt x="85688" y="77016"/>
                      <a:pt x="84332" y="75392"/>
                      <a:pt x="82869" y="73885"/>
                    </a:cubicBezTo>
                    <a:cubicBezTo>
                      <a:pt x="81521" y="72484"/>
                      <a:pt x="80085" y="71191"/>
                      <a:pt x="78506" y="70049"/>
                    </a:cubicBezTo>
                    <a:cubicBezTo>
                      <a:pt x="73154" y="66150"/>
                      <a:pt x="66543" y="64179"/>
                      <a:pt x="59915" y="63028"/>
                    </a:cubicBezTo>
                    <a:cubicBezTo>
                      <a:pt x="59058" y="62885"/>
                      <a:pt x="58193" y="62742"/>
                      <a:pt x="57337" y="62617"/>
                    </a:cubicBezTo>
                    <a:cubicBezTo>
                      <a:pt x="51582" y="61761"/>
                      <a:pt x="45641" y="61574"/>
                      <a:pt x="40065" y="60030"/>
                    </a:cubicBezTo>
                    <a:cubicBezTo>
                      <a:pt x="34436" y="58469"/>
                      <a:pt x="28834" y="55436"/>
                      <a:pt x="25426" y="50806"/>
                    </a:cubicBezTo>
                    <a:cubicBezTo>
                      <a:pt x="22036" y="46221"/>
                      <a:pt x="21242" y="40654"/>
                      <a:pt x="20136" y="35034"/>
                    </a:cubicBezTo>
                    <a:cubicBezTo>
                      <a:pt x="18744" y="27977"/>
                      <a:pt x="18441" y="20350"/>
                      <a:pt x="15711" y="13650"/>
                    </a:cubicBezTo>
                    <a:cubicBezTo>
                      <a:pt x="15550" y="13258"/>
                      <a:pt x="15381" y="12865"/>
                      <a:pt x="15202" y="12481"/>
                    </a:cubicBezTo>
                    <a:cubicBezTo>
                      <a:pt x="12321" y="6371"/>
                      <a:pt x="7004" y="786"/>
                      <a:pt x="1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0"/>
              <p:cNvSpPr/>
              <p:nvPr/>
            </p:nvSpPr>
            <p:spPr>
              <a:xfrm flipH="1" rot="1626522">
                <a:off x="2951732" y="-2642184"/>
                <a:ext cx="6493978" cy="3978134"/>
              </a:xfrm>
              <a:custGeom>
                <a:rect b="b" l="l" r="r" t="t"/>
                <a:pathLst>
                  <a:path extrusionOk="0" fill="none" h="78069" w="82503">
                    <a:moveTo>
                      <a:pt x="82503" y="78069"/>
                    </a:moveTo>
                    <a:cubicBezTo>
                      <a:pt x="81298" y="76570"/>
                      <a:pt x="80094" y="74902"/>
                      <a:pt x="78782" y="73349"/>
                    </a:cubicBezTo>
                    <a:cubicBezTo>
                      <a:pt x="77578" y="71922"/>
                      <a:pt x="76267" y="70575"/>
                      <a:pt x="74804" y="69388"/>
                    </a:cubicBezTo>
                    <a:cubicBezTo>
                      <a:pt x="69835" y="65365"/>
                      <a:pt x="63456" y="63367"/>
                      <a:pt x="57095" y="62171"/>
                    </a:cubicBezTo>
                    <a:cubicBezTo>
                      <a:pt x="56275" y="62011"/>
                      <a:pt x="55445" y="61868"/>
                      <a:pt x="54615" y="61734"/>
                    </a:cubicBezTo>
                    <a:cubicBezTo>
                      <a:pt x="49084" y="60833"/>
                      <a:pt x="43402" y="60450"/>
                      <a:pt x="38058" y="58835"/>
                    </a:cubicBezTo>
                    <a:cubicBezTo>
                      <a:pt x="32366" y="57122"/>
                      <a:pt x="26782" y="53866"/>
                      <a:pt x="23677" y="48897"/>
                    </a:cubicBezTo>
                    <a:cubicBezTo>
                      <a:pt x="20599" y="43973"/>
                      <a:pt x="20394" y="38103"/>
                      <a:pt x="19672" y="32313"/>
                    </a:cubicBezTo>
                    <a:cubicBezTo>
                      <a:pt x="18824" y="25586"/>
                      <a:pt x="18235" y="18450"/>
                      <a:pt x="15363" y="12249"/>
                    </a:cubicBezTo>
                    <a:cubicBezTo>
                      <a:pt x="15193" y="11893"/>
                      <a:pt x="15024" y="11536"/>
                      <a:pt x="14836" y="11179"/>
                    </a:cubicBezTo>
                    <a:cubicBezTo>
                      <a:pt x="11839" y="5514"/>
                      <a:pt x="6558" y="616"/>
                      <a:pt x="1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0"/>
              <p:cNvSpPr/>
              <p:nvPr/>
            </p:nvSpPr>
            <p:spPr>
              <a:xfrm flipH="1" rot="1626522">
                <a:off x="2977036" y="-2685724"/>
                <a:ext cx="6312074" cy="3970847"/>
              </a:xfrm>
              <a:custGeom>
                <a:rect b="b" l="l" r="r" t="t"/>
                <a:pathLst>
                  <a:path extrusionOk="0" fill="none" h="77926" w="80192">
                    <a:moveTo>
                      <a:pt x="80192" y="77926"/>
                    </a:moveTo>
                    <a:cubicBezTo>
                      <a:pt x="79086" y="76347"/>
                      <a:pt x="77970" y="74661"/>
                      <a:pt x="76739" y="73091"/>
                    </a:cubicBezTo>
                    <a:cubicBezTo>
                      <a:pt x="75597" y="71637"/>
                      <a:pt x="74348" y="70272"/>
                      <a:pt x="72939" y="69067"/>
                    </a:cubicBezTo>
                    <a:cubicBezTo>
                      <a:pt x="68166" y="64973"/>
                      <a:pt x="61904" y="62956"/>
                      <a:pt x="55677" y="61743"/>
                    </a:cubicBezTo>
                    <a:cubicBezTo>
                      <a:pt x="54874" y="61583"/>
                      <a:pt x="54062" y="61431"/>
                      <a:pt x="53250" y="61297"/>
                    </a:cubicBezTo>
                    <a:cubicBezTo>
                      <a:pt x="47826" y="60360"/>
                      <a:pt x="42277" y="59879"/>
                      <a:pt x="37041" y="58237"/>
                    </a:cubicBezTo>
                    <a:cubicBezTo>
                      <a:pt x="31322" y="56444"/>
                      <a:pt x="25747" y="53081"/>
                      <a:pt x="22794" y="47942"/>
                    </a:cubicBezTo>
                    <a:cubicBezTo>
                      <a:pt x="19868" y="42848"/>
                      <a:pt x="19948" y="36827"/>
                      <a:pt x="19422" y="30957"/>
                    </a:cubicBezTo>
                    <a:cubicBezTo>
                      <a:pt x="18842" y="24391"/>
                      <a:pt x="18128" y="17495"/>
                      <a:pt x="15184" y="11554"/>
                    </a:cubicBezTo>
                    <a:cubicBezTo>
                      <a:pt x="15015" y="11206"/>
                      <a:pt x="14827" y="10867"/>
                      <a:pt x="14640" y="10528"/>
                    </a:cubicBezTo>
                    <a:cubicBezTo>
                      <a:pt x="11589" y="5086"/>
                      <a:pt x="6326" y="536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0"/>
              <p:cNvSpPr/>
              <p:nvPr/>
            </p:nvSpPr>
            <p:spPr>
              <a:xfrm flipH="1" rot="1626522">
                <a:off x="3002278" y="-2729117"/>
                <a:ext cx="6130879" cy="3963611"/>
              </a:xfrm>
              <a:custGeom>
                <a:rect b="b" l="l" r="r" t="t"/>
                <a:pathLst>
                  <a:path extrusionOk="0" fill="none" h="77784" w="77890">
                    <a:moveTo>
                      <a:pt x="77890" y="77783"/>
                    </a:moveTo>
                    <a:cubicBezTo>
                      <a:pt x="76891" y="76124"/>
                      <a:pt x="75856" y="74420"/>
                      <a:pt x="74696" y="72823"/>
                    </a:cubicBezTo>
                    <a:cubicBezTo>
                      <a:pt x="73626" y="71351"/>
                      <a:pt x="72439" y="69968"/>
                      <a:pt x="71083" y="68737"/>
                    </a:cubicBezTo>
                    <a:cubicBezTo>
                      <a:pt x="66507" y="64580"/>
                      <a:pt x="60360" y="62546"/>
                      <a:pt x="54267" y="61306"/>
                    </a:cubicBezTo>
                    <a:cubicBezTo>
                      <a:pt x="53482" y="61145"/>
                      <a:pt x="52688" y="60994"/>
                      <a:pt x="51894" y="60851"/>
                    </a:cubicBezTo>
                    <a:cubicBezTo>
                      <a:pt x="46577" y="59896"/>
                      <a:pt x="41153" y="59308"/>
                      <a:pt x="36032" y="57639"/>
                    </a:cubicBezTo>
                    <a:cubicBezTo>
                      <a:pt x="30287" y="55766"/>
                      <a:pt x="24730" y="52305"/>
                      <a:pt x="21928" y="46988"/>
                    </a:cubicBezTo>
                    <a:cubicBezTo>
                      <a:pt x="19154" y="41724"/>
                      <a:pt x="19502" y="35551"/>
                      <a:pt x="19190" y="29592"/>
                    </a:cubicBezTo>
                    <a:cubicBezTo>
                      <a:pt x="18859" y="23195"/>
                      <a:pt x="18021" y="16540"/>
                      <a:pt x="15014" y="10858"/>
                    </a:cubicBezTo>
                    <a:cubicBezTo>
                      <a:pt x="14836" y="10519"/>
                      <a:pt x="14649" y="10198"/>
                      <a:pt x="14461" y="9868"/>
                    </a:cubicBezTo>
                    <a:cubicBezTo>
                      <a:pt x="11348" y="4658"/>
                      <a:pt x="6102" y="447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1" name="Google Shape;391;p20"/>
            <p:cNvSpPr/>
            <p:nvPr/>
          </p:nvSpPr>
          <p:spPr>
            <a:xfrm flipH="1" rot="1626522">
              <a:off x="3027918" y="-2772880"/>
              <a:ext cx="5949054" cy="3956324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BODY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21"/>
          <p:cNvGrpSpPr/>
          <p:nvPr/>
        </p:nvGrpSpPr>
        <p:grpSpPr>
          <a:xfrm rot="-6663665">
            <a:off x="4507237" y="1775855"/>
            <a:ext cx="3795474" cy="6970206"/>
            <a:chOff x="-905700" y="-825164"/>
            <a:chExt cx="3021607" cy="3684906"/>
          </a:xfrm>
        </p:grpSpPr>
        <p:sp>
          <p:nvSpPr>
            <p:cNvPr id="394" name="Google Shape;394;p21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1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1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1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1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1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1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1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5" name="Google Shape;405;p21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6" name="Google Shape;406;p21"/>
          <p:cNvSpPr txBox="1"/>
          <p:nvPr>
            <p:ph idx="1" type="body"/>
          </p:nvPr>
        </p:nvSpPr>
        <p:spPr>
          <a:xfrm>
            <a:off x="710400" y="1279725"/>
            <a:ext cx="3775500" cy="3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7" name="Google Shape;407;p21"/>
          <p:cNvSpPr txBox="1"/>
          <p:nvPr>
            <p:ph idx="2" type="body"/>
          </p:nvPr>
        </p:nvSpPr>
        <p:spPr>
          <a:xfrm>
            <a:off x="4652525" y="1279725"/>
            <a:ext cx="3775500" cy="3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22"/>
          <p:cNvGrpSpPr/>
          <p:nvPr/>
        </p:nvGrpSpPr>
        <p:grpSpPr>
          <a:xfrm rot="10596776">
            <a:off x="7524123" y="-87444"/>
            <a:ext cx="2812893" cy="5669592"/>
            <a:chOff x="-905700" y="-825164"/>
            <a:chExt cx="3021607" cy="3684906"/>
          </a:xfrm>
        </p:grpSpPr>
        <p:sp>
          <p:nvSpPr>
            <p:cNvPr id="410" name="Google Shape;410;p22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2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2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2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2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2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2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2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" name="Google Shape;421;p22"/>
          <p:cNvGrpSpPr/>
          <p:nvPr/>
        </p:nvGrpSpPr>
        <p:grpSpPr>
          <a:xfrm flipH="1" rot="-2301443">
            <a:off x="-2673755" y="-663061"/>
            <a:ext cx="5142634" cy="7161003"/>
            <a:chOff x="6493610" y="-1475440"/>
            <a:chExt cx="5142341" cy="7160595"/>
          </a:xfrm>
        </p:grpSpPr>
        <p:sp>
          <p:nvSpPr>
            <p:cNvPr id="422" name="Google Shape;422;p22"/>
            <p:cNvSpPr/>
            <p:nvPr/>
          </p:nvSpPr>
          <p:spPr>
            <a:xfrm rot="-749066">
              <a:off x="6788260" y="-988649"/>
              <a:ext cx="4627180" cy="5688244"/>
            </a:xfrm>
            <a:custGeom>
              <a:rect b="b" l="l" r="r" t="t"/>
              <a:pathLst>
                <a:path extrusionOk="0" fill="none" h="80121" w="96482">
                  <a:moveTo>
                    <a:pt x="1" y="2410"/>
                  </a:moveTo>
                  <a:cubicBezTo>
                    <a:pt x="8601" y="1"/>
                    <a:pt x="18093" y="3195"/>
                    <a:pt x="24819" y="9065"/>
                  </a:cubicBezTo>
                  <a:cubicBezTo>
                    <a:pt x="33303" y="16469"/>
                    <a:pt x="36345" y="26550"/>
                    <a:pt x="40600" y="36550"/>
                  </a:cubicBezTo>
                  <a:cubicBezTo>
                    <a:pt x="42929" y="42010"/>
                    <a:pt x="46372" y="46952"/>
                    <a:pt x="51582" y="49985"/>
                  </a:cubicBezTo>
                  <a:cubicBezTo>
                    <a:pt x="57149" y="53232"/>
                    <a:pt x="64143" y="53366"/>
                    <a:pt x="70352" y="54294"/>
                  </a:cubicBezTo>
                  <a:cubicBezTo>
                    <a:pt x="76686" y="55240"/>
                    <a:pt x="82253" y="58853"/>
                    <a:pt x="86553" y="63492"/>
                  </a:cubicBezTo>
                  <a:cubicBezTo>
                    <a:pt x="90969" y="68246"/>
                    <a:pt x="94064" y="74090"/>
                    <a:pt x="96482" y="8012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2"/>
            <p:cNvSpPr/>
            <p:nvPr/>
          </p:nvSpPr>
          <p:spPr>
            <a:xfrm rot="-749066">
              <a:off x="6790655" y="-954705"/>
              <a:ext cx="4485557" cy="5700243"/>
            </a:xfrm>
            <a:custGeom>
              <a:rect b="b" l="l" r="r" t="t"/>
              <a:pathLst>
                <a:path extrusionOk="0" fill="none" h="80290" w="93529">
                  <a:moveTo>
                    <a:pt x="0" y="2374"/>
                  </a:moveTo>
                  <a:cubicBezTo>
                    <a:pt x="8475" y="1"/>
                    <a:pt x="17806" y="3239"/>
                    <a:pt x="24381" y="9038"/>
                  </a:cubicBezTo>
                  <a:cubicBezTo>
                    <a:pt x="32705" y="16371"/>
                    <a:pt x="35720" y="26157"/>
                    <a:pt x="39556" y="36095"/>
                  </a:cubicBezTo>
                  <a:cubicBezTo>
                    <a:pt x="41849" y="42018"/>
                    <a:pt x="45239" y="47594"/>
                    <a:pt x="50752" y="50966"/>
                  </a:cubicBezTo>
                  <a:cubicBezTo>
                    <a:pt x="56051" y="54205"/>
                    <a:pt x="62786" y="54374"/>
                    <a:pt x="68719" y="55373"/>
                  </a:cubicBezTo>
                  <a:cubicBezTo>
                    <a:pt x="74803" y="56426"/>
                    <a:pt x="80120" y="60021"/>
                    <a:pt x="84259" y="64553"/>
                  </a:cubicBezTo>
                  <a:cubicBezTo>
                    <a:pt x="88399" y="69085"/>
                    <a:pt x="91316" y="74643"/>
                    <a:pt x="93528" y="8029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 rot="-749066">
              <a:off x="6795358" y="-886779"/>
              <a:ext cx="4201496" cy="5724310"/>
            </a:xfrm>
            <a:custGeom>
              <a:rect b="b" l="l" r="r" t="t"/>
              <a:pathLst>
                <a:path extrusionOk="0" fill="none" h="80629" w="87606">
                  <a:moveTo>
                    <a:pt x="1" y="2312"/>
                  </a:moveTo>
                  <a:cubicBezTo>
                    <a:pt x="8235" y="1"/>
                    <a:pt x="17227" y="3320"/>
                    <a:pt x="23517" y="8984"/>
                  </a:cubicBezTo>
                  <a:cubicBezTo>
                    <a:pt x="31501" y="16175"/>
                    <a:pt x="34365" y="25426"/>
                    <a:pt x="37478" y="35203"/>
                  </a:cubicBezTo>
                  <a:cubicBezTo>
                    <a:pt x="39664" y="42063"/>
                    <a:pt x="42982" y="48852"/>
                    <a:pt x="49093" y="52911"/>
                  </a:cubicBezTo>
                  <a:cubicBezTo>
                    <a:pt x="53884" y="56087"/>
                    <a:pt x="60084" y="56355"/>
                    <a:pt x="65463" y="57541"/>
                  </a:cubicBezTo>
                  <a:cubicBezTo>
                    <a:pt x="71048" y="58772"/>
                    <a:pt x="75847" y="62359"/>
                    <a:pt x="79657" y="66676"/>
                  </a:cubicBezTo>
                  <a:cubicBezTo>
                    <a:pt x="83270" y="70762"/>
                    <a:pt x="85830" y="75758"/>
                    <a:pt x="87605" y="80629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 rot="-749066">
              <a:off x="6800110" y="-818835"/>
              <a:ext cx="3917819" cy="5748378"/>
            </a:xfrm>
            <a:custGeom>
              <a:rect b="b" l="l" r="r" t="t"/>
              <a:pathLst>
                <a:path extrusionOk="0" fill="none" h="80968" w="81691">
                  <a:moveTo>
                    <a:pt x="0" y="2248"/>
                  </a:moveTo>
                  <a:cubicBezTo>
                    <a:pt x="7994" y="0"/>
                    <a:pt x="16647" y="3399"/>
                    <a:pt x="22651" y="8930"/>
                  </a:cubicBezTo>
                  <a:cubicBezTo>
                    <a:pt x="30305" y="15978"/>
                    <a:pt x="32901" y="24747"/>
                    <a:pt x="35399" y="34311"/>
                  </a:cubicBezTo>
                  <a:cubicBezTo>
                    <a:pt x="37442" y="42125"/>
                    <a:pt x="40725" y="50092"/>
                    <a:pt x="47434" y="54856"/>
                  </a:cubicBezTo>
                  <a:cubicBezTo>
                    <a:pt x="51742" y="57924"/>
                    <a:pt x="57380" y="58344"/>
                    <a:pt x="62216" y="59709"/>
                  </a:cubicBezTo>
                  <a:cubicBezTo>
                    <a:pt x="67292" y="61136"/>
                    <a:pt x="71574" y="64695"/>
                    <a:pt x="75062" y="68799"/>
                  </a:cubicBezTo>
                  <a:cubicBezTo>
                    <a:pt x="78149" y="72421"/>
                    <a:pt x="80334" y="76864"/>
                    <a:pt x="81690" y="80967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2"/>
            <p:cNvSpPr/>
            <p:nvPr/>
          </p:nvSpPr>
          <p:spPr>
            <a:xfrm rot="-749066">
              <a:off x="6802458" y="-784880"/>
              <a:ext cx="3776196" cy="5760376"/>
            </a:xfrm>
            <a:custGeom>
              <a:rect b="b" l="l" r="r" t="t"/>
              <a:pathLst>
                <a:path extrusionOk="0" fill="none" h="81137" w="78738">
                  <a:moveTo>
                    <a:pt x="1" y="2213"/>
                  </a:moveTo>
                  <a:cubicBezTo>
                    <a:pt x="7878" y="0"/>
                    <a:pt x="16353" y="3444"/>
                    <a:pt x="22214" y="8903"/>
                  </a:cubicBezTo>
                  <a:cubicBezTo>
                    <a:pt x="29708" y="15879"/>
                    <a:pt x="32134" y="24426"/>
                    <a:pt x="34356" y="33864"/>
                  </a:cubicBezTo>
                  <a:cubicBezTo>
                    <a:pt x="36309" y="42170"/>
                    <a:pt x="39610" y="50698"/>
                    <a:pt x="46604" y="55828"/>
                  </a:cubicBezTo>
                  <a:cubicBezTo>
                    <a:pt x="50681" y="58825"/>
                    <a:pt x="56025" y="59343"/>
                    <a:pt x="60583" y="60788"/>
                  </a:cubicBezTo>
                  <a:cubicBezTo>
                    <a:pt x="65419" y="62313"/>
                    <a:pt x="69433" y="65864"/>
                    <a:pt x="72770" y="69860"/>
                  </a:cubicBezTo>
                  <a:cubicBezTo>
                    <a:pt x="75589" y="73259"/>
                    <a:pt x="77596" y="77416"/>
                    <a:pt x="78738" y="81137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2"/>
            <p:cNvSpPr/>
            <p:nvPr/>
          </p:nvSpPr>
          <p:spPr>
            <a:xfrm rot="-749066">
              <a:off x="6807172" y="-717644"/>
              <a:ext cx="3492518" cy="5785083"/>
            </a:xfrm>
            <a:custGeom>
              <a:rect b="b" l="l" r="r" t="t"/>
              <a:pathLst>
                <a:path extrusionOk="0" fill="none" h="81485" w="72823">
                  <a:moveTo>
                    <a:pt x="0" y="2159"/>
                  </a:moveTo>
                  <a:cubicBezTo>
                    <a:pt x="7637" y="1"/>
                    <a:pt x="15773" y="3533"/>
                    <a:pt x="21348" y="8850"/>
                  </a:cubicBezTo>
                  <a:cubicBezTo>
                    <a:pt x="28503" y="15693"/>
                    <a:pt x="30564" y="23793"/>
                    <a:pt x="32277" y="32973"/>
                  </a:cubicBezTo>
                  <a:cubicBezTo>
                    <a:pt x="34007" y="42277"/>
                    <a:pt x="37379" y="51894"/>
                    <a:pt x="44944" y="57791"/>
                  </a:cubicBezTo>
                  <a:cubicBezTo>
                    <a:pt x="48575" y="60619"/>
                    <a:pt x="53321" y="61359"/>
                    <a:pt x="57327" y="62956"/>
                  </a:cubicBezTo>
                  <a:cubicBezTo>
                    <a:pt x="61663" y="64687"/>
                    <a:pt x="65160" y="68193"/>
                    <a:pt x="68166" y="72002"/>
                  </a:cubicBezTo>
                  <a:cubicBezTo>
                    <a:pt x="70477" y="74919"/>
                    <a:pt x="72100" y="78532"/>
                    <a:pt x="72823" y="81485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2"/>
            <p:cNvSpPr/>
            <p:nvPr/>
          </p:nvSpPr>
          <p:spPr>
            <a:xfrm rot="-749066">
              <a:off x="6809955" y="-683695"/>
              <a:ext cx="3350080" cy="5797152"/>
            </a:xfrm>
            <a:custGeom>
              <a:rect b="b" l="l" r="r" t="t"/>
              <a:pathLst>
                <a:path extrusionOk="0" fill="none" h="81655" w="69853">
                  <a:moveTo>
                    <a:pt x="0" y="2132"/>
                  </a:moveTo>
                  <a:cubicBezTo>
                    <a:pt x="7512" y="0"/>
                    <a:pt x="15479" y="3578"/>
                    <a:pt x="20911" y="8823"/>
                  </a:cubicBezTo>
                  <a:cubicBezTo>
                    <a:pt x="27897" y="15594"/>
                    <a:pt x="29743" y="23471"/>
                    <a:pt x="31224" y="32526"/>
                  </a:cubicBezTo>
                  <a:cubicBezTo>
                    <a:pt x="32830" y="42330"/>
                    <a:pt x="36273" y="52474"/>
                    <a:pt x="44106" y="58763"/>
                  </a:cubicBezTo>
                  <a:cubicBezTo>
                    <a:pt x="47523" y="61502"/>
                    <a:pt x="51966" y="62367"/>
                    <a:pt x="55695" y="64044"/>
                  </a:cubicBezTo>
                  <a:cubicBezTo>
                    <a:pt x="59780" y="65882"/>
                    <a:pt x="63019" y="69352"/>
                    <a:pt x="65865" y="73063"/>
                  </a:cubicBezTo>
                  <a:cubicBezTo>
                    <a:pt x="67916" y="75740"/>
                    <a:pt x="69344" y="79085"/>
                    <a:pt x="69852" y="81654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 rot="-749066">
              <a:off x="6814700" y="-615821"/>
              <a:ext cx="3066403" cy="5821219"/>
            </a:xfrm>
            <a:custGeom>
              <a:rect b="b" l="l" r="r" t="t"/>
              <a:pathLst>
                <a:path extrusionOk="0" fill="none" h="81994" w="63938">
                  <a:moveTo>
                    <a:pt x="0" y="2061"/>
                  </a:moveTo>
                  <a:cubicBezTo>
                    <a:pt x="7271" y="1"/>
                    <a:pt x="14898" y="3658"/>
                    <a:pt x="20046" y="8770"/>
                  </a:cubicBezTo>
                  <a:cubicBezTo>
                    <a:pt x="26692" y="15398"/>
                    <a:pt x="28092" y="22838"/>
                    <a:pt x="29145" y="31635"/>
                  </a:cubicBezTo>
                  <a:cubicBezTo>
                    <a:pt x="30439" y="42438"/>
                    <a:pt x="34105" y="53589"/>
                    <a:pt x="42446" y="60708"/>
                  </a:cubicBezTo>
                  <a:cubicBezTo>
                    <a:pt x="45435" y="63260"/>
                    <a:pt x="49253" y="64384"/>
                    <a:pt x="52438" y="66203"/>
                  </a:cubicBezTo>
                  <a:cubicBezTo>
                    <a:pt x="56024" y="68255"/>
                    <a:pt x="58763" y="71672"/>
                    <a:pt x="61270" y="75187"/>
                  </a:cubicBezTo>
                  <a:cubicBezTo>
                    <a:pt x="62822" y="77373"/>
                    <a:pt x="63857" y="80192"/>
                    <a:pt x="63937" y="81994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2"/>
            <p:cNvSpPr/>
            <p:nvPr/>
          </p:nvSpPr>
          <p:spPr>
            <a:xfrm rot="-749066">
              <a:off x="6816977" y="-582515"/>
              <a:ext cx="2930774" cy="5833218"/>
            </a:xfrm>
            <a:custGeom>
              <a:rect b="b" l="l" r="r" t="t"/>
              <a:pathLst>
                <a:path extrusionOk="0" fill="none" h="82163" w="61110">
                  <a:moveTo>
                    <a:pt x="0" y="2034"/>
                  </a:moveTo>
                  <a:cubicBezTo>
                    <a:pt x="7146" y="0"/>
                    <a:pt x="14613" y="3694"/>
                    <a:pt x="19609" y="8743"/>
                  </a:cubicBezTo>
                  <a:cubicBezTo>
                    <a:pt x="26094" y="15300"/>
                    <a:pt x="27254" y="22526"/>
                    <a:pt x="28102" y="31188"/>
                  </a:cubicBezTo>
                  <a:cubicBezTo>
                    <a:pt x="29217" y="42491"/>
                    <a:pt x="33044" y="54124"/>
                    <a:pt x="41617" y="61680"/>
                  </a:cubicBezTo>
                  <a:cubicBezTo>
                    <a:pt x="44400" y="64133"/>
                    <a:pt x="47898" y="65391"/>
                    <a:pt x="50815" y="67292"/>
                  </a:cubicBezTo>
                  <a:cubicBezTo>
                    <a:pt x="54142" y="69450"/>
                    <a:pt x="56640" y="72814"/>
                    <a:pt x="58969" y="76248"/>
                  </a:cubicBezTo>
                  <a:cubicBezTo>
                    <a:pt x="60280" y="78184"/>
                    <a:pt x="61110" y="80753"/>
                    <a:pt x="60976" y="82163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2"/>
            <p:cNvSpPr/>
            <p:nvPr/>
          </p:nvSpPr>
          <p:spPr>
            <a:xfrm rot="-749066">
              <a:off x="6819209" y="-549628"/>
              <a:ext cx="2799031" cy="5845216"/>
            </a:xfrm>
            <a:custGeom>
              <a:rect b="b" l="l" r="r" t="t"/>
              <a:pathLst>
                <a:path extrusionOk="0" fill="none" h="82332" w="58363">
                  <a:moveTo>
                    <a:pt x="1" y="1998"/>
                  </a:moveTo>
                  <a:cubicBezTo>
                    <a:pt x="7031" y="0"/>
                    <a:pt x="14319" y="3738"/>
                    <a:pt x="19172" y="8716"/>
                  </a:cubicBezTo>
                  <a:cubicBezTo>
                    <a:pt x="25497" y="15202"/>
                    <a:pt x="26407" y="22204"/>
                    <a:pt x="27067" y="30733"/>
                  </a:cubicBezTo>
                  <a:cubicBezTo>
                    <a:pt x="27968" y="42544"/>
                    <a:pt x="32001" y="54641"/>
                    <a:pt x="40788" y="62652"/>
                  </a:cubicBezTo>
                  <a:cubicBezTo>
                    <a:pt x="43366" y="65007"/>
                    <a:pt x="46542" y="66408"/>
                    <a:pt x="49182" y="68371"/>
                  </a:cubicBezTo>
                  <a:cubicBezTo>
                    <a:pt x="52260" y="70654"/>
                    <a:pt x="54526" y="73964"/>
                    <a:pt x="56667" y="77309"/>
                  </a:cubicBezTo>
                  <a:cubicBezTo>
                    <a:pt x="57747" y="78996"/>
                    <a:pt x="58362" y="81306"/>
                    <a:pt x="58023" y="823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2"/>
            <p:cNvSpPr/>
            <p:nvPr/>
          </p:nvSpPr>
          <p:spPr>
            <a:xfrm rot="-749066">
              <a:off x="6823714" y="-483973"/>
              <a:ext cx="2535880" cy="5869354"/>
            </a:xfrm>
            <a:custGeom>
              <a:rect b="b" l="l" r="r" t="t"/>
              <a:pathLst>
                <a:path extrusionOk="0" fill="none" h="82672" w="52876">
                  <a:moveTo>
                    <a:pt x="0" y="1936"/>
                  </a:moveTo>
                  <a:cubicBezTo>
                    <a:pt x="6789" y="1"/>
                    <a:pt x="13739" y="3819"/>
                    <a:pt x="18306" y="8663"/>
                  </a:cubicBezTo>
                  <a:cubicBezTo>
                    <a:pt x="24292" y="15015"/>
                    <a:pt x="24694" y="21554"/>
                    <a:pt x="24979" y="29841"/>
                  </a:cubicBezTo>
                  <a:cubicBezTo>
                    <a:pt x="25425" y="42643"/>
                    <a:pt x="29975" y="55614"/>
                    <a:pt x="39128" y="64606"/>
                  </a:cubicBezTo>
                  <a:cubicBezTo>
                    <a:pt x="41305" y="66747"/>
                    <a:pt x="43821" y="68442"/>
                    <a:pt x="45926" y="70539"/>
                  </a:cubicBezTo>
                  <a:cubicBezTo>
                    <a:pt x="48477" y="73055"/>
                    <a:pt x="50360" y="76222"/>
                    <a:pt x="52073" y="79442"/>
                  </a:cubicBezTo>
                  <a:cubicBezTo>
                    <a:pt x="52697" y="80602"/>
                    <a:pt x="52875" y="82413"/>
                    <a:pt x="52108" y="8267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2"/>
            <p:cNvSpPr/>
            <p:nvPr/>
          </p:nvSpPr>
          <p:spPr>
            <a:xfrm rot="-749066">
              <a:off x="6750145" y="-451382"/>
              <a:ext cx="2406679" cy="5890227"/>
            </a:xfrm>
            <a:custGeom>
              <a:rect b="b" l="l" r="r" t="t"/>
              <a:pathLst>
                <a:path extrusionOk="0" fill="none" h="82966" w="50182">
                  <a:moveTo>
                    <a:pt x="1" y="1909"/>
                  </a:moveTo>
                  <a:cubicBezTo>
                    <a:pt x="6674" y="0"/>
                    <a:pt x="13454" y="3863"/>
                    <a:pt x="17878" y="8636"/>
                  </a:cubicBezTo>
                  <a:cubicBezTo>
                    <a:pt x="23695" y="14916"/>
                    <a:pt x="23829" y="21223"/>
                    <a:pt x="23945" y="29395"/>
                  </a:cubicBezTo>
                  <a:cubicBezTo>
                    <a:pt x="24123" y="42687"/>
                    <a:pt x="29021" y="56060"/>
                    <a:pt x="38299" y="65579"/>
                  </a:cubicBezTo>
                  <a:cubicBezTo>
                    <a:pt x="40279" y="67612"/>
                    <a:pt x="42447" y="69468"/>
                    <a:pt x="44303" y="71618"/>
                  </a:cubicBezTo>
                  <a:cubicBezTo>
                    <a:pt x="46577" y="74259"/>
                    <a:pt x="48344" y="77319"/>
                    <a:pt x="49780" y="80503"/>
                  </a:cubicBezTo>
                  <a:cubicBezTo>
                    <a:pt x="50182" y="81404"/>
                    <a:pt x="50128" y="82966"/>
                    <a:pt x="49147" y="8284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4" name="Google Shape;434;p22"/>
          <p:cNvSpPr txBox="1"/>
          <p:nvPr>
            <p:ph idx="1" type="subTitle"/>
          </p:nvPr>
        </p:nvSpPr>
        <p:spPr>
          <a:xfrm>
            <a:off x="3135816" y="1845808"/>
            <a:ext cx="37599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5" name="Google Shape;435;p22"/>
          <p:cNvSpPr txBox="1"/>
          <p:nvPr>
            <p:ph idx="2" type="subTitle"/>
          </p:nvPr>
        </p:nvSpPr>
        <p:spPr>
          <a:xfrm>
            <a:off x="3135760" y="1508150"/>
            <a:ext cx="3759900" cy="387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6" name="Google Shape;436;p22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7" name="Google Shape;437;p22"/>
          <p:cNvSpPr txBox="1"/>
          <p:nvPr>
            <p:ph idx="3" type="subTitle"/>
          </p:nvPr>
        </p:nvSpPr>
        <p:spPr>
          <a:xfrm>
            <a:off x="3135816" y="2918154"/>
            <a:ext cx="37599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8" name="Google Shape;438;p22"/>
          <p:cNvSpPr txBox="1"/>
          <p:nvPr>
            <p:ph idx="4" type="subTitle"/>
          </p:nvPr>
        </p:nvSpPr>
        <p:spPr>
          <a:xfrm>
            <a:off x="3135760" y="2580496"/>
            <a:ext cx="3759900" cy="387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9" name="Google Shape;439;p22"/>
          <p:cNvSpPr txBox="1"/>
          <p:nvPr>
            <p:ph idx="5" type="subTitle"/>
          </p:nvPr>
        </p:nvSpPr>
        <p:spPr>
          <a:xfrm>
            <a:off x="3135816" y="3990500"/>
            <a:ext cx="37599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0" name="Google Shape;440;p22"/>
          <p:cNvSpPr txBox="1"/>
          <p:nvPr>
            <p:ph idx="6" type="subTitle"/>
          </p:nvPr>
        </p:nvSpPr>
        <p:spPr>
          <a:xfrm>
            <a:off x="3135760" y="3652842"/>
            <a:ext cx="3759900" cy="387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2_2_2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"/>
          <p:cNvSpPr txBox="1"/>
          <p:nvPr>
            <p:ph idx="1" type="subTitle"/>
          </p:nvPr>
        </p:nvSpPr>
        <p:spPr>
          <a:xfrm>
            <a:off x="726175" y="3863034"/>
            <a:ext cx="23631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3" name="Google Shape;443;p23"/>
          <p:cNvSpPr txBox="1"/>
          <p:nvPr>
            <p:ph idx="2" type="subTitle"/>
          </p:nvPr>
        </p:nvSpPr>
        <p:spPr>
          <a:xfrm>
            <a:off x="726350" y="3500934"/>
            <a:ext cx="2362800" cy="438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4" name="Google Shape;444;p23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5" name="Google Shape;445;p23"/>
          <p:cNvSpPr txBox="1"/>
          <p:nvPr>
            <p:ph idx="3" type="subTitle"/>
          </p:nvPr>
        </p:nvSpPr>
        <p:spPr>
          <a:xfrm>
            <a:off x="3390538" y="3863034"/>
            <a:ext cx="23631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6" name="Google Shape;446;p23"/>
          <p:cNvSpPr txBox="1"/>
          <p:nvPr>
            <p:ph idx="4" type="subTitle"/>
          </p:nvPr>
        </p:nvSpPr>
        <p:spPr>
          <a:xfrm>
            <a:off x="3390575" y="3500934"/>
            <a:ext cx="2362800" cy="438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7" name="Google Shape;447;p23"/>
          <p:cNvSpPr txBox="1"/>
          <p:nvPr>
            <p:ph idx="5" type="subTitle"/>
          </p:nvPr>
        </p:nvSpPr>
        <p:spPr>
          <a:xfrm>
            <a:off x="6054900" y="3863034"/>
            <a:ext cx="23628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8" name="Google Shape;448;p23"/>
          <p:cNvSpPr txBox="1"/>
          <p:nvPr>
            <p:ph idx="6" type="subTitle"/>
          </p:nvPr>
        </p:nvSpPr>
        <p:spPr>
          <a:xfrm>
            <a:off x="6055075" y="3500934"/>
            <a:ext cx="2362500" cy="438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_2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"/>
          <p:cNvSpPr txBox="1"/>
          <p:nvPr>
            <p:ph idx="1" type="subTitle"/>
          </p:nvPr>
        </p:nvSpPr>
        <p:spPr>
          <a:xfrm>
            <a:off x="904956" y="1852177"/>
            <a:ext cx="2014800" cy="7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1" name="Google Shape;451;p24"/>
          <p:cNvSpPr txBox="1"/>
          <p:nvPr>
            <p:ph idx="2" type="subTitle"/>
          </p:nvPr>
        </p:nvSpPr>
        <p:spPr>
          <a:xfrm>
            <a:off x="904950" y="1469125"/>
            <a:ext cx="2014800" cy="41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2" name="Google Shape;452;p24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24"/>
          <p:cNvSpPr txBox="1"/>
          <p:nvPr>
            <p:ph idx="3" type="subTitle"/>
          </p:nvPr>
        </p:nvSpPr>
        <p:spPr>
          <a:xfrm>
            <a:off x="904956" y="3201650"/>
            <a:ext cx="2014800" cy="7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4" name="Google Shape;454;p24"/>
          <p:cNvSpPr txBox="1"/>
          <p:nvPr>
            <p:ph idx="4" type="subTitle"/>
          </p:nvPr>
        </p:nvSpPr>
        <p:spPr>
          <a:xfrm>
            <a:off x="904950" y="2818598"/>
            <a:ext cx="2014800" cy="41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5" name="Google Shape;455;p24"/>
          <p:cNvSpPr txBox="1"/>
          <p:nvPr>
            <p:ph idx="5" type="subTitle"/>
          </p:nvPr>
        </p:nvSpPr>
        <p:spPr>
          <a:xfrm>
            <a:off x="6221530" y="1852177"/>
            <a:ext cx="2014800" cy="7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6" name="Google Shape;456;p24"/>
          <p:cNvSpPr txBox="1"/>
          <p:nvPr>
            <p:ph idx="6" type="subTitle"/>
          </p:nvPr>
        </p:nvSpPr>
        <p:spPr>
          <a:xfrm>
            <a:off x="6221524" y="1469125"/>
            <a:ext cx="2014800" cy="41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7" name="Google Shape;457;p24"/>
          <p:cNvSpPr txBox="1"/>
          <p:nvPr>
            <p:ph idx="7" type="subTitle"/>
          </p:nvPr>
        </p:nvSpPr>
        <p:spPr>
          <a:xfrm>
            <a:off x="6221530" y="3201650"/>
            <a:ext cx="2014800" cy="7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8" name="Google Shape;458;p24"/>
          <p:cNvSpPr txBox="1"/>
          <p:nvPr>
            <p:ph idx="8" type="subTitle"/>
          </p:nvPr>
        </p:nvSpPr>
        <p:spPr>
          <a:xfrm>
            <a:off x="6221524" y="2818598"/>
            <a:ext cx="2014800" cy="41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_2_1_1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25"/>
          <p:cNvGrpSpPr/>
          <p:nvPr/>
        </p:nvGrpSpPr>
        <p:grpSpPr>
          <a:xfrm rot="738711">
            <a:off x="-1678978" y="-1086731"/>
            <a:ext cx="2812843" cy="5669579"/>
            <a:chOff x="-905700" y="-825164"/>
            <a:chExt cx="3021607" cy="3684906"/>
          </a:xfrm>
        </p:grpSpPr>
        <p:sp>
          <p:nvSpPr>
            <p:cNvPr id="461" name="Google Shape;461;p25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5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5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5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5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5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5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5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5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5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5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2" name="Google Shape;472;p25"/>
          <p:cNvSpPr txBox="1"/>
          <p:nvPr>
            <p:ph idx="1" type="subTitle"/>
          </p:nvPr>
        </p:nvSpPr>
        <p:spPr>
          <a:xfrm>
            <a:off x="1059975" y="2312595"/>
            <a:ext cx="20277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25"/>
          <p:cNvSpPr txBox="1"/>
          <p:nvPr>
            <p:ph idx="2" type="subTitle"/>
          </p:nvPr>
        </p:nvSpPr>
        <p:spPr>
          <a:xfrm>
            <a:off x="1059975" y="2017054"/>
            <a:ext cx="20277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4" name="Google Shape;474;p25"/>
          <p:cNvSpPr txBox="1"/>
          <p:nvPr>
            <p:ph idx="3" type="subTitle"/>
          </p:nvPr>
        </p:nvSpPr>
        <p:spPr>
          <a:xfrm>
            <a:off x="3558126" y="2312770"/>
            <a:ext cx="20277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25"/>
          <p:cNvSpPr txBox="1"/>
          <p:nvPr>
            <p:ph idx="4" type="subTitle"/>
          </p:nvPr>
        </p:nvSpPr>
        <p:spPr>
          <a:xfrm>
            <a:off x="3558167" y="2017054"/>
            <a:ext cx="20277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6" name="Google Shape;476;p25"/>
          <p:cNvSpPr txBox="1"/>
          <p:nvPr>
            <p:ph idx="5" type="subTitle"/>
          </p:nvPr>
        </p:nvSpPr>
        <p:spPr>
          <a:xfrm>
            <a:off x="6056384" y="2312770"/>
            <a:ext cx="20274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25"/>
          <p:cNvSpPr txBox="1"/>
          <p:nvPr>
            <p:ph idx="6" type="subTitle"/>
          </p:nvPr>
        </p:nvSpPr>
        <p:spPr>
          <a:xfrm>
            <a:off x="6056374" y="2017054"/>
            <a:ext cx="20274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8" name="Google Shape;478;p25"/>
          <p:cNvSpPr txBox="1"/>
          <p:nvPr>
            <p:ph idx="7" type="subTitle"/>
          </p:nvPr>
        </p:nvSpPr>
        <p:spPr>
          <a:xfrm>
            <a:off x="1059975" y="4027494"/>
            <a:ext cx="20277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25"/>
          <p:cNvSpPr txBox="1"/>
          <p:nvPr>
            <p:ph idx="8" type="subTitle"/>
          </p:nvPr>
        </p:nvSpPr>
        <p:spPr>
          <a:xfrm>
            <a:off x="1059975" y="3733604"/>
            <a:ext cx="20277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0" name="Google Shape;480;p25"/>
          <p:cNvSpPr txBox="1"/>
          <p:nvPr>
            <p:ph idx="9" type="subTitle"/>
          </p:nvPr>
        </p:nvSpPr>
        <p:spPr>
          <a:xfrm>
            <a:off x="3558180" y="4027494"/>
            <a:ext cx="20277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25"/>
          <p:cNvSpPr txBox="1"/>
          <p:nvPr>
            <p:ph idx="13" type="subTitle"/>
          </p:nvPr>
        </p:nvSpPr>
        <p:spPr>
          <a:xfrm>
            <a:off x="3558113" y="3734328"/>
            <a:ext cx="20277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2" name="Google Shape;482;p25"/>
          <p:cNvSpPr txBox="1"/>
          <p:nvPr>
            <p:ph idx="14" type="subTitle"/>
          </p:nvPr>
        </p:nvSpPr>
        <p:spPr>
          <a:xfrm>
            <a:off x="6056384" y="4028219"/>
            <a:ext cx="20274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25"/>
          <p:cNvSpPr txBox="1"/>
          <p:nvPr>
            <p:ph idx="15" type="subTitle"/>
          </p:nvPr>
        </p:nvSpPr>
        <p:spPr>
          <a:xfrm>
            <a:off x="6056374" y="3734331"/>
            <a:ext cx="20274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4" name="Google Shape;484;p25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2_2_1_1_2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oogle Shape;486;p26"/>
          <p:cNvGrpSpPr/>
          <p:nvPr/>
        </p:nvGrpSpPr>
        <p:grpSpPr>
          <a:xfrm flipH="1" rot="-738711">
            <a:off x="8009872" y="-1214681"/>
            <a:ext cx="2812843" cy="5669579"/>
            <a:chOff x="-905700" y="-825164"/>
            <a:chExt cx="3021607" cy="3684906"/>
          </a:xfrm>
        </p:grpSpPr>
        <p:sp>
          <p:nvSpPr>
            <p:cNvPr id="487" name="Google Shape;487;p26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6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6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6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6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6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6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6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6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8" name="Google Shape;498;p26"/>
          <p:cNvSpPr txBox="1"/>
          <p:nvPr>
            <p:ph idx="1" type="subTitle"/>
          </p:nvPr>
        </p:nvSpPr>
        <p:spPr>
          <a:xfrm>
            <a:off x="983822" y="1811745"/>
            <a:ext cx="20277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26"/>
          <p:cNvSpPr txBox="1"/>
          <p:nvPr>
            <p:ph idx="2" type="subTitle"/>
          </p:nvPr>
        </p:nvSpPr>
        <p:spPr>
          <a:xfrm>
            <a:off x="983822" y="1516204"/>
            <a:ext cx="20277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0" name="Google Shape;500;p26"/>
          <p:cNvSpPr txBox="1"/>
          <p:nvPr>
            <p:ph idx="3" type="subTitle"/>
          </p:nvPr>
        </p:nvSpPr>
        <p:spPr>
          <a:xfrm>
            <a:off x="6132449" y="4028820"/>
            <a:ext cx="20277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26"/>
          <p:cNvSpPr txBox="1"/>
          <p:nvPr>
            <p:ph idx="4" type="subTitle"/>
          </p:nvPr>
        </p:nvSpPr>
        <p:spPr>
          <a:xfrm>
            <a:off x="6132490" y="3733104"/>
            <a:ext cx="20277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2" name="Google Shape;502;p26"/>
          <p:cNvSpPr txBox="1"/>
          <p:nvPr>
            <p:ph idx="5" type="subTitle"/>
          </p:nvPr>
        </p:nvSpPr>
        <p:spPr>
          <a:xfrm>
            <a:off x="6132449" y="1811920"/>
            <a:ext cx="20274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3" name="Google Shape;503;p26"/>
          <p:cNvSpPr txBox="1"/>
          <p:nvPr>
            <p:ph idx="6" type="subTitle"/>
          </p:nvPr>
        </p:nvSpPr>
        <p:spPr>
          <a:xfrm>
            <a:off x="6132622" y="1516204"/>
            <a:ext cx="20274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4" name="Google Shape;504;p26"/>
          <p:cNvSpPr txBox="1"/>
          <p:nvPr>
            <p:ph idx="7" type="subTitle"/>
          </p:nvPr>
        </p:nvSpPr>
        <p:spPr>
          <a:xfrm>
            <a:off x="983822" y="2918519"/>
            <a:ext cx="20277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26"/>
          <p:cNvSpPr txBox="1"/>
          <p:nvPr>
            <p:ph idx="8" type="subTitle"/>
          </p:nvPr>
        </p:nvSpPr>
        <p:spPr>
          <a:xfrm>
            <a:off x="983822" y="2624629"/>
            <a:ext cx="20277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6" name="Google Shape;506;p26"/>
          <p:cNvSpPr txBox="1"/>
          <p:nvPr>
            <p:ph idx="9" type="subTitle"/>
          </p:nvPr>
        </p:nvSpPr>
        <p:spPr>
          <a:xfrm>
            <a:off x="983824" y="4024994"/>
            <a:ext cx="20277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26"/>
          <p:cNvSpPr txBox="1"/>
          <p:nvPr>
            <p:ph idx="13" type="subTitle"/>
          </p:nvPr>
        </p:nvSpPr>
        <p:spPr>
          <a:xfrm>
            <a:off x="983810" y="3731828"/>
            <a:ext cx="20277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8" name="Google Shape;508;p26"/>
          <p:cNvSpPr txBox="1"/>
          <p:nvPr>
            <p:ph idx="14" type="subTitle"/>
          </p:nvPr>
        </p:nvSpPr>
        <p:spPr>
          <a:xfrm>
            <a:off x="6132449" y="2919244"/>
            <a:ext cx="20274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9" name="Google Shape;509;p26"/>
          <p:cNvSpPr txBox="1"/>
          <p:nvPr>
            <p:ph idx="15" type="subTitle"/>
          </p:nvPr>
        </p:nvSpPr>
        <p:spPr>
          <a:xfrm>
            <a:off x="6132622" y="2625356"/>
            <a:ext cx="20274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0" name="Google Shape;510;p26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ight columns">
  <p:cSld name="CUSTOM_2_2_1_1_1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27"/>
          <p:cNvGrpSpPr/>
          <p:nvPr/>
        </p:nvGrpSpPr>
        <p:grpSpPr>
          <a:xfrm flipH="1" rot="-738711">
            <a:off x="7771747" y="-1176581"/>
            <a:ext cx="2812843" cy="5669579"/>
            <a:chOff x="-905700" y="-825164"/>
            <a:chExt cx="3021607" cy="3684906"/>
          </a:xfrm>
        </p:grpSpPr>
        <p:sp>
          <p:nvSpPr>
            <p:cNvPr id="513" name="Google Shape;513;p27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7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7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7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7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7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7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7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7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7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7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4" name="Google Shape;524;p27"/>
          <p:cNvSpPr txBox="1"/>
          <p:nvPr>
            <p:ph idx="1" type="subTitle"/>
          </p:nvPr>
        </p:nvSpPr>
        <p:spPr>
          <a:xfrm>
            <a:off x="827538" y="2312592"/>
            <a:ext cx="17988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27"/>
          <p:cNvSpPr txBox="1"/>
          <p:nvPr>
            <p:ph idx="2" type="subTitle"/>
          </p:nvPr>
        </p:nvSpPr>
        <p:spPr>
          <a:xfrm>
            <a:off x="827538" y="2017050"/>
            <a:ext cx="17988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6" name="Google Shape;526;p27"/>
          <p:cNvSpPr txBox="1"/>
          <p:nvPr>
            <p:ph idx="3" type="subTitle"/>
          </p:nvPr>
        </p:nvSpPr>
        <p:spPr>
          <a:xfrm>
            <a:off x="2724406" y="2312767"/>
            <a:ext cx="17988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27"/>
          <p:cNvSpPr txBox="1"/>
          <p:nvPr>
            <p:ph idx="4" type="subTitle"/>
          </p:nvPr>
        </p:nvSpPr>
        <p:spPr>
          <a:xfrm>
            <a:off x="2724442" y="2017050"/>
            <a:ext cx="17988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8" name="Google Shape;528;p27"/>
          <p:cNvSpPr txBox="1"/>
          <p:nvPr>
            <p:ph idx="5" type="subTitle"/>
          </p:nvPr>
        </p:nvSpPr>
        <p:spPr>
          <a:xfrm>
            <a:off x="4621368" y="2312767"/>
            <a:ext cx="17985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27"/>
          <p:cNvSpPr txBox="1"/>
          <p:nvPr>
            <p:ph idx="6" type="subTitle"/>
          </p:nvPr>
        </p:nvSpPr>
        <p:spPr>
          <a:xfrm>
            <a:off x="4621359" y="2017050"/>
            <a:ext cx="17985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0" name="Google Shape;530;p27"/>
          <p:cNvSpPr txBox="1"/>
          <p:nvPr>
            <p:ph idx="7" type="subTitle"/>
          </p:nvPr>
        </p:nvSpPr>
        <p:spPr>
          <a:xfrm>
            <a:off x="827538" y="4027500"/>
            <a:ext cx="17988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27"/>
          <p:cNvSpPr txBox="1"/>
          <p:nvPr>
            <p:ph idx="8" type="subTitle"/>
          </p:nvPr>
        </p:nvSpPr>
        <p:spPr>
          <a:xfrm>
            <a:off x="827538" y="3733608"/>
            <a:ext cx="17988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2" name="Google Shape;532;p27"/>
          <p:cNvSpPr txBox="1"/>
          <p:nvPr>
            <p:ph idx="9" type="subTitle"/>
          </p:nvPr>
        </p:nvSpPr>
        <p:spPr>
          <a:xfrm>
            <a:off x="2724406" y="4027500"/>
            <a:ext cx="17988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3" name="Google Shape;533;p27"/>
          <p:cNvSpPr txBox="1"/>
          <p:nvPr>
            <p:ph idx="13" type="subTitle"/>
          </p:nvPr>
        </p:nvSpPr>
        <p:spPr>
          <a:xfrm>
            <a:off x="2724394" y="3734333"/>
            <a:ext cx="17988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4" name="Google Shape;534;p27"/>
          <p:cNvSpPr txBox="1"/>
          <p:nvPr>
            <p:ph idx="14" type="subTitle"/>
          </p:nvPr>
        </p:nvSpPr>
        <p:spPr>
          <a:xfrm>
            <a:off x="4621368" y="4028225"/>
            <a:ext cx="17985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5" name="Google Shape;535;p27"/>
          <p:cNvSpPr txBox="1"/>
          <p:nvPr>
            <p:ph idx="15" type="subTitle"/>
          </p:nvPr>
        </p:nvSpPr>
        <p:spPr>
          <a:xfrm>
            <a:off x="4621359" y="3734335"/>
            <a:ext cx="17985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6" name="Google Shape;536;p27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7" name="Google Shape;537;p27"/>
          <p:cNvSpPr txBox="1"/>
          <p:nvPr>
            <p:ph idx="16" type="subTitle"/>
          </p:nvPr>
        </p:nvSpPr>
        <p:spPr>
          <a:xfrm>
            <a:off x="6517970" y="2312767"/>
            <a:ext cx="17985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8" name="Google Shape;538;p27"/>
          <p:cNvSpPr txBox="1"/>
          <p:nvPr>
            <p:ph idx="17" type="subTitle"/>
          </p:nvPr>
        </p:nvSpPr>
        <p:spPr>
          <a:xfrm>
            <a:off x="6517961" y="2017050"/>
            <a:ext cx="17985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9" name="Google Shape;539;p27"/>
          <p:cNvSpPr txBox="1"/>
          <p:nvPr>
            <p:ph idx="18" type="subTitle"/>
          </p:nvPr>
        </p:nvSpPr>
        <p:spPr>
          <a:xfrm>
            <a:off x="6517970" y="4028225"/>
            <a:ext cx="17985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0" name="Google Shape;540;p27"/>
          <p:cNvSpPr txBox="1"/>
          <p:nvPr>
            <p:ph idx="19" type="subTitle"/>
          </p:nvPr>
        </p:nvSpPr>
        <p:spPr>
          <a:xfrm>
            <a:off x="6517961" y="3734335"/>
            <a:ext cx="17985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8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43" name="Google Shape;543;p28"/>
          <p:cNvGrpSpPr/>
          <p:nvPr/>
        </p:nvGrpSpPr>
        <p:grpSpPr>
          <a:xfrm flipH="1" rot="-5261069">
            <a:off x="3370377" y="2681045"/>
            <a:ext cx="10335727" cy="794593"/>
            <a:chOff x="80650" y="2722550"/>
            <a:chExt cx="8030550" cy="617375"/>
          </a:xfrm>
        </p:grpSpPr>
        <p:sp>
          <p:nvSpPr>
            <p:cNvPr id="544" name="Google Shape;544;p28"/>
            <p:cNvSpPr/>
            <p:nvPr/>
          </p:nvSpPr>
          <p:spPr>
            <a:xfrm>
              <a:off x="81100" y="2722550"/>
              <a:ext cx="8014950" cy="569200"/>
            </a:xfrm>
            <a:custGeom>
              <a:rect b="b" l="l" r="r" t="t"/>
              <a:pathLst>
                <a:path extrusionOk="0" fill="none" h="22768" w="320598">
                  <a:moveTo>
                    <a:pt x="0" y="22768"/>
                  </a:moveTo>
                  <a:cubicBezTo>
                    <a:pt x="18271" y="15524"/>
                    <a:pt x="45874" y="10670"/>
                    <a:pt x="69158" y="8886"/>
                  </a:cubicBezTo>
                  <a:cubicBezTo>
                    <a:pt x="98938" y="6585"/>
                    <a:pt x="117173" y="9047"/>
                    <a:pt x="136086" y="12098"/>
                  </a:cubicBezTo>
                  <a:cubicBezTo>
                    <a:pt x="152716" y="14792"/>
                    <a:pt x="173288" y="16559"/>
                    <a:pt x="199196" y="13722"/>
                  </a:cubicBezTo>
                  <a:cubicBezTo>
                    <a:pt x="214291" y="12062"/>
                    <a:pt x="229439" y="8173"/>
                    <a:pt x="243731" y="5353"/>
                  </a:cubicBezTo>
                  <a:cubicBezTo>
                    <a:pt x="258879" y="2356"/>
                    <a:pt x="274581" y="1035"/>
                    <a:pt x="289051" y="465"/>
                  </a:cubicBezTo>
                  <a:cubicBezTo>
                    <a:pt x="301309" y="1"/>
                    <a:pt x="312425" y="554"/>
                    <a:pt x="320597" y="1553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8"/>
            <p:cNvSpPr/>
            <p:nvPr/>
          </p:nvSpPr>
          <p:spPr>
            <a:xfrm>
              <a:off x="89125" y="2831400"/>
              <a:ext cx="7821350" cy="508525"/>
            </a:xfrm>
            <a:custGeom>
              <a:rect b="b" l="l" r="r" t="t"/>
              <a:pathLst>
                <a:path extrusionOk="0" fill="none" h="20341" w="312854">
                  <a:moveTo>
                    <a:pt x="1" y="20341"/>
                  </a:moveTo>
                  <a:cubicBezTo>
                    <a:pt x="17968" y="13186"/>
                    <a:pt x="45178" y="8493"/>
                    <a:pt x="67999" y="6780"/>
                  </a:cubicBezTo>
                  <a:cubicBezTo>
                    <a:pt x="97207" y="4604"/>
                    <a:pt x="114675" y="7066"/>
                    <a:pt x="132678" y="10278"/>
                  </a:cubicBezTo>
                  <a:cubicBezTo>
                    <a:pt x="149718" y="13293"/>
                    <a:pt x="171129" y="15309"/>
                    <a:pt x="198304" y="12437"/>
                  </a:cubicBezTo>
                  <a:cubicBezTo>
                    <a:pt x="212703" y="10920"/>
                    <a:pt x="227209" y="7316"/>
                    <a:pt x="240858" y="4746"/>
                  </a:cubicBezTo>
                  <a:cubicBezTo>
                    <a:pt x="255454" y="2016"/>
                    <a:pt x="270442" y="874"/>
                    <a:pt x="284341" y="393"/>
                  </a:cubicBezTo>
                  <a:cubicBezTo>
                    <a:pt x="295564" y="0"/>
                    <a:pt x="305788" y="553"/>
                    <a:pt x="312854" y="1535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8"/>
            <p:cNvSpPr/>
            <p:nvPr/>
          </p:nvSpPr>
          <p:spPr>
            <a:xfrm>
              <a:off x="80650" y="2991525"/>
              <a:ext cx="8030550" cy="332350"/>
            </a:xfrm>
            <a:custGeom>
              <a:rect b="b" l="l" r="r" t="t"/>
              <a:pathLst>
                <a:path extrusionOk="0" fill="none" h="13294" w="321222">
                  <a:moveTo>
                    <a:pt x="1" y="11741"/>
                  </a:moveTo>
                  <a:cubicBezTo>
                    <a:pt x="18557" y="5318"/>
                    <a:pt x="46356" y="1696"/>
                    <a:pt x="69712" y="964"/>
                  </a:cubicBezTo>
                  <a:cubicBezTo>
                    <a:pt x="99563" y="1"/>
                    <a:pt x="117673" y="3266"/>
                    <a:pt x="136425" y="7173"/>
                  </a:cubicBezTo>
                  <a:cubicBezTo>
                    <a:pt x="152912" y="10617"/>
                    <a:pt x="173378" y="13293"/>
                    <a:pt x="199392" y="11616"/>
                  </a:cubicBezTo>
                  <a:cubicBezTo>
                    <a:pt x="214558" y="10635"/>
                    <a:pt x="229867" y="7423"/>
                    <a:pt x="244266" y="5246"/>
                  </a:cubicBezTo>
                  <a:cubicBezTo>
                    <a:pt x="259540" y="2945"/>
                    <a:pt x="275277" y="2320"/>
                    <a:pt x="289765" y="2409"/>
                  </a:cubicBezTo>
                  <a:cubicBezTo>
                    <a:pt x="302041" y="2481"/>
                    <a:pt x="313103" y="3534"/>
                    <a:pt x="321222" y="489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4_1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8" name="Google Shape;548;p29"/>
          <p:cNvGrpSpPr/>
          <p:nvPr/>
        </p:nvGrpSpPr>
        <p:grpSpPr>
          <a:xfrm rot="-4722146">
            <a:off x="7235733" y="-894441"/>
            <a:ext cx="3021536" cy="3684820"/>
            <a:chOff x="-905700" y="-825164"/>
            <a:chExt cx="3021607" cy="3684906"/>
          </a:xfrm>
        </p:grpSpPr>
        <p:sp>
          <p:nvSpPr>
            <p:cNvPr id="549" name="Google Shape;549;p29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9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9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9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9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9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9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9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9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29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4_1_1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0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3" name="Google Shape;563;p30"/>
          <p:cNvGrpSpPr/>
          <p:nvPr/>
        </p:nvGrpSpPr>
        <p:grpSpPr>
          <a:xfrm flipH="1" rot="4441576">
            <a:off x="-1064784" y="-820281"/>
            <a:ext cx="3021645" cy="3684952"/>
            <a:chOff x="-905700" y="-825164"/>
            <a:chExt cx="3021607" cy="3684906"/>
          </a:xfrm>
        </p:grpSpPr>
        <p:sp>
          <p:nvSpPr>
            <p:cNvPr id="564" name="Google Shape;564;p30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0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0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0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0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0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4_2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6" name="Google Shape;576;p31"/>
          <p:cNvGrpSpPr/>
          <p:nvPr/>
        </p:nvGrpSpPr>
        <p:grpSpPr>
          <a:xfrm rot="10212955">
            <a:off x="7810153" y="-87490"/>
            <a:ext cx="2812936" cy="5669641"/>
            <a:chOff x="-905700" y="-825164"/>
            <a:chExt cx="3021607" cy="3684906"/>
          </a:xfrm>
        </p:grpSpPr>
        <p:sp>
          <p:nvSpPr>
            <p:cNvPr id="577" name="Google Shape;577;p31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1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1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1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1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1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1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1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1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1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1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8" name="Google Shape;588;p31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3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oogle Shape;590;p32"/>
          <p:cNvGrpSpPr/>
          <p:nvPr/>
        </p:nvGrpSpPr>
        <p:grpSpPr>
          <a:xfrm flipH="1" rot="-10596776">
            <a:off x="-1218077" y="-239844"/>
            <a:ext cx="2812893" cy="5669592"/>
            <a:chOff x="-905700" y="-825164"/>
            <a:chExt cx="3021607" cy="3684906"/>
          </a:xfrm>
        </p:grpSpPr>
        <p:sp>
          <p:nvSpPr>
            <p:cNvPr id="591" name="Google Shape;591;p32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2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2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2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2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2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2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2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2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2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2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2" name="Google Shape;602;p32"/>
          <p:cNvGrpSpPr/>
          <p:nvPr/>
        </p:nvGrpSpPr>
        <p:grpSpPr>
          <a:xfrm rot="2301443">
            <a:off x="6650060" y="-663061"/>
            <a:ext cx="5142634" cy="7161003"/>
            <a:chOff x="6493610" y="-1475440"/>
            <a:chExt cx="5142341" cy="7160595"/>
          </a:xfrm>
        </p:grpSpPr>
        <p:sp>
          <p:nvSpPr>
            <p:cNvPr id="603" name="Google Shape;603;p32"/>
            <p:cNvSpPr/>
            <p:nvPr/>
          </p:nvSpPr>
          <p:spPr>
            <a:xfrm rot="-749066">
              <a:off x="6788260" y="-988649"/>
              <a:ext cx="4627180" cy="5688244"/>
            </a:xfrm>
            <a:custGeom>
              <a:rect b="b" l="l" r="r" t="t"/>
              <a:pathLst>
                <a:path extrusionOk="0" fill="none" h="80121" w="96482">
                  <a:moveTo>
                    <a:pt x="1" y="2410"/>
                  </a:moveTo>
                  <a:cubicBezTo>
                    <a:pt x="8601" y="1"/>
                    <a:pt x="18093" y="3195"/>
                    <a:pt x="24819" y="9065"/>
                  </a:cubicBezTo>
                  <a:cubicBezTo>
                    <a:pt x="33303" y="16469"/>
                    <a:pt x="36345" y="26550"/>
                    <a:pt x="40600" y="36550"/>
                  </a:cubicBezTo>
                  <a:cubicBezTo>
                    <a:pt x="42929" y="42010"/>
                    <a:pt x="46372" y="46952"/>
                    <a:pt x="51582" y="49985"/>
                  </a:cubicBezTo>
                  <a:cubicBezTo>
                    <a:pt x="57149" y="53232"/>
                    <a:pt x="64143" y="53366"/>
                    <a:pt x="70352" y="54294"/>
                  </a:cubicBezTo>
                  <a:cubicBezTo>
                    <a:pt x="76686" y="55240"/>
                    <a:pt x="82253" y="58853"/>
                    <a:pt x="86553" y="63492"/>
                  </a:cubicBezTo>
                  <a:cubicBezTo>
                    <a:pt x="90969" y="68246"/>
                    <a:pt x="94064" y="74090"/>
                    <a:pt x="96482" y="8012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2"/>
            <p:cNvSpPr/>
            <p:nvPr/>
          </p:nvSpPr>
          <p:spPr>
            <a:xfrm rot="-749066">
              <a:off x="6790655" y="-954705"/>
              <a:ext cx="4485557" cy="5700243"/>
            </a:xfrm>
            <a:custGeom>
              <a:rect b="b" l="l" r="r" t="t"/>
              <a:pathLst>
                <a:path extrusionOk="0" fill="none" h="80290" w="93529">
                  <a:moveTo>
                    <a:pt x="0" y="2374"/>
                  </a:moveTo>
                  <a:cubicBezTo>
                    <a:pt x="8475" y="1"/>
                    <a:pt x="17806" y="3239"/>
                    <a:pt x="24381" y="9038"/>
                  </a:cubicBezTo>
                  <a:cubicBezTo>
                    <a:pt x="32705" y="16371"/>
                    <a:pt x="35720" y="26157"/>
                    <a:pt x="39556" y="36095"/>
                  </a:cubicBezTo>
                  <a:cubicBezTo>
                    <a:pt x="41849" y="42018"/>
                    <a:pt x="45239" y="47594"/>
                    <a:pt x="50752" y="50966"/>
                  </a:cubicBezTo>
                  <a:cubicBezTo>
                    <a:pt x="56051" y="54205"/>
                    <a:pt x="62786" y="54374"/>
                    <a:pt x="68719" y="55373"/>
                  </a:cubicBezTo>
                  <a:cubicBezTo>
                    <a:pt x="74803" y="56426"/>
                    <a:pt x="80120" y="60021"/>
                    <a:pt x="84259" y="64553"/>
                  </a:cubicBezTo>
                  <a:cubicBezTo>
                    <a:pt x="88399" y="69085"/>
                    <a:pt x="91316" y="74643"/>
                    <a:pt x="93528" y="8029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2"/>
            <p:cNvSpPr/>
            <p:nvPr/>
          </p:nvSpPr>
          <p:spPr>
            <a:xfrm rot="-749066">
              <a:off x="6795358" y="-886779"/>
              <a:ext cx="4201496" cy="5724310"/>
            </a:xfrm>
            <a:custGeom>
              <a:rect b="b" l="l" r="r" t="t"/>
              <a:pathLst>
                <a:path extrusionOk="0" fill="none" h="80629" w="87606">
                  <a:moveTo>
                    <a:pt x="1" y="2312"/>
                  </a:moveTo>
                  <a:cubicBezTo>
                    <a:pt x="8235" y="1"/>
                    <a:pt x="17227" y="3320"/>
                    <a:pt x="23517" y="8984"/>
                  </a:cubicBezTo>
                  <a:cubicBezTo>
                    <a:pt x="31501" y="16175"/>
                    <a:pt x="34365" y="25426"/>
                    <a:pt x="37478" y="35203"/>
                  </a:cubicBezTo>
                  <a:cubicBezTo>
                    <a:pt x="39664" y="42063"/>
                    <a:pt x="42982" y="48852"/>
                    <a:pt x="49093" y="52911"/>
                  </a:cubicBezTo>
                  <a:cubicBezTo>
                    <a:pt x="53884" y="56087"/>
                    <a:pt x="60084" y="56355"/>
                    <a:pt x="65463" y="57541"/>
                  </a:cubicBezTo>
                  <a:cubicBezTo>
                    <a:pt x="71048" y="58772"/>
                    <a:pt x="75847" y="62359"/>
                    <a:pt x="79657" y="66676"/>
                  </a:cubicBezTo>
                  <a:cubicBezTo>
                    <a:pt x="83270" y="70762"/>
                    <a:pt x="85830" y="75758"/>
                    <a:pt x="87605" y="80629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2"/>
            <p:cNvSpPr/>
            <p:nvPr/>
          </p:nvSpPr>
          <p:spPr>
            <a:xfrm rot="-749066">
              <a:off x="6800110" y="-818835"/>
              <a:ext cx="3917819" cy="5748378"/>
            </a:xfrm>
            <a:custGeom>
              <a:rect b="b" l="l" r="r" t="t"/>
              <a:pathLst>
                <a:path extrusionOk="0" fill="none" h="80968" w="81691">
                  <a:moveTo>
                    <a:pt x="0" y="2248"/>
                  </a:moveTo>
                  <a:cubicBezTo>
                    <a:pt x="7994" y="0"/>
                    <a:pt x="16647" y="3399"/>
                    <a:pt x="22651" y="8930"/>
                  </a:cubicBezTo>
                  <a:cubicBezTo>
                    <a:pt x="30305" y="15978"/>
                    <a:pt x="32901" y="24747"/>
                    <a:pt x="35399" y="34311"/>
                  </a:cubicBezTo>
                  <a:cubicBezTo>
                    <a:pt x="37442" y="42125"/>
                    <a:pt x="40725" y="50092"/>
                    <a:pt x="47434" y="54856"/>
                  </a:cubicBezTo>
                  <a:cubicBezTo>
                    <a:pt x="51742" y="57924"/>
                    <a:pt x="57380" y="58344"/>
                    <a:pt x="62216" y="59709"/>
                  </a:cubicBezTo>
                  <a:cubicBezTo>
                    <a:pt x="67292" y="61136"/>
                    <a:pt x="71574" y="64695"/>
                    <a:pt x="75062" y="68799"/>
                  </a:cubicBezTo>
                  <a:cubicBezTo>
                    <a:pt x="78149" y="72421"/>
                    <a:pt x="80334" y="76864"/>
                    <a:pt x="81690" y="80967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2"/>
            <p:cNvSpPr/>
            <p:nvPr/>
          </p:nvSpPr>
          <p:spPr>
            <a:xfrm rot="-749066">
              <a:off x="6802458" y="-784880"/>
              <a:ext cx="3776196" cy="5760376"/>
            </a:xfrm>
            <a:custGeom>
              <a:rect b="b" l="l" r="r" t="t"/>
              <a:pathLst>
                <a:path extrusionOk="0" fill="none" h="81137" w="78738">
                  <a:moveTo>
                    <a:pt x="1" y="2213"/>
                  </a:moveTo>
                  <a:cubicBezTo>
                    <a:pt x="7878" y="0"/>
                    <a:pt x="16353" y="3444"/>
                    <a:pt x="22214" y="8903"/>
                  </a:cubicBezTo>
                  <a:cubicBezTo>
                    <a:pt x="29708" y="15879"/>
                    <a:pt x="32134" y="24426"/>
                    <a:pt x="34356" y="33864"/>
                  </a:cubicBezTo>
                  <a:cubicBezTo>
                    <a:pt x="36309" y="42170"/>
                    <a:pt x="39610" y="50698"/>
                    <a:pt x="46604" y="55828"/>
                  </a:cubicBezTo>
                  <a:cubicBezTo>
                    <a:pt x="50681" y="58825"/>
                    <a:pt x="56025" y="59343"/>
                    <a:pt x="60583" y="60788"/>
                  </a:cubicBezTo>
                  <a:cubicBezTo>
                    <a:pt x="65419" y="62313"/>
                    <a:pt x="69433" y="65864"/>
                    <a:pt x="72770" y="69860"/>
                  </a:cubicBezTo>
                  <a:cubicBezTo>
                    <a:pt x="75589" y="73259"/>
                    <a:pt x="77596" y="77416"/>
                    <a:pt x="78738" y="81137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2"/>
            <p:cNvSpPr/>
            <p:nvPr/>
          </p:nvSpPr>
          <p:spPr>
            <a:xfrm rot="-749066">
              <a:off x="6807172" y="-717644"/>
              <a:ext cx="3492518" cy="5785083"/>
            </a:xfrm>
            <a:custGeom>
              <a:rect b="b" l="l" r="r" t="t"/>
              <a:pathLst>
                <a:path extrusionOk="0" fill="none" h="81485" w="72823">
                  <a:moveTo>
                    <a:pt x="0" y="2159"/>
                  </a:moveTo>
                  <a:cubicBezTo>
                    <a:pt x="7637" y="1"/>
                    <a:pt x="15773" y="3533"/>
                    <a:pt x="21348" y="8850"/>
                  </a:cubicBezTo>
                  <a:cubicBezTo>
                    <a:pt x="28503" y="15693"/>
                    <a:pt x="30564" y="23793"/>
                    <a:pt x="32277" y="32973"/>
                  </a:cubicBezTo>
                  <a:cubicBezTo>
                    <a:pt x="34007" y="42277"/>
                    <a:pt x="37379" y="51894"/>
                    <a:pt x="44944" y="57791"/>
                  </a:cubicBezTo>
                  <a:cubicBezTo>
                    <a:pt x="48575" y="60619"/>
                    <a:pt x="53321" y="61359"/>
                    <a:pt x="57327" y="62956"/>
                  </a:cubicBezTo>
                  <a:cubicBezTo>
                    <a:pt x="61663" y="64687"/>
                    <a:pt x="65160" y="68193"/>
                    <a:pt x="68166" y="72002"/>
                  </a:cubicBezTo>
                  <a:cubicBezTo>
                    <a:pt x="70477" y="74919"/>
                    <a:pt x="72100" y="78532"/>
                    <a:pt x="72823" y="81485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2"/>
            <p:cNvSpPr/>
            <p:nvPr/>
          </p:nvSpPr>
          <p:spPr>
            <a:xfrm rot="-749066">
              <a:off x="6809955" y="-683695"/>
              <a:ext cx="3350080" cy="5797152"/>
            </a:xfrm>
            <a:custGeom>
              <a:rect b="b" l="l" r="r" t="t"/>
              <a:pathLst>
                <a:path extrusionOk="0" fill="none" h="81655" w="69853">
                  <a:moveTo>
                    <a:pt x="0" y="2132"/>
                  </a:moveTo>
                  <a:cubicBezTo>
                    <a:pt x="7512" y="0"/>
                    <a:pt x="15479" y="3578"/>
                    <a:pt x="20911" y="8823"/>
                  </a:cubicBezTo>
                  <a:cubicBezTo>
                    <a:pt x="27897" y="15594"/>
                    <a:pt x="29743" y="23471"/>
                    <a:pt x="31224" y="32526"/>
                  </a:cubicBezTo>
                  <a:cubicBezTo>
                    <a:pt x="32830" y="42330"/>
                    <a:pt x="36273" y="52474"/>
                    <a:pt x="44106" y="58763"/>
                  </a:cubicBezTo>
                  <a:cubicBezTo>
                    <a:pt x="47523" y="61502"/>
                    <a:pt x="51966" y="62367"/>
                    <a:pt x="55695" y="64044"/>
                  </a:cubicBezTo>
                  <a:cubicBezTo>
                    <a:pt x="59780" y="65882"/>
                    <a:pt x="63019" y="69352"/>
                    <a:pt x="65865" y="73063"/>
                  </a:cubicBezTo>
                  <a:cubicBezTo>
                    <a:pt x="67916" y="75740"/>
                    <a:pt x="69344" y="79085"/>
                    <a:pt x="69852" y="81654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2"/>
            <p:cNvSpPr/>
            <p:nvPr/>
          </p:nvSpPr>
          <p:spPr>
            <a:xfrm rot="-749066">
              <a:off x="6814700" y="-615821"/>
              <a:ext cx="3066403" cy="5821219"/>
            </a:xfrm>
            <a:custGeom>
              <a:rect b="b" l="l" r="r" t="t"/>
              <a:pathLst>
                <a:path extrusionOk="0" fill="none" h="81994" w="63938">
                  <a:moveTo>
                    <a:pt x="0" y="2061"/>
                  </a:moveTo>
                  <a:cubicBezTo>
                    <a:pt x="7271" y="1"/>
                    <a:pt x="14898" y="3658"/>
                    <a:pt x="20046" y="8770"/>
                  </a:cubicBezTo>
                  <a:cubicBezTo>
                    <a:pt x="26692" y="15398"/>
                    <a:pt x="28092" y="22838"/>
                    <a:pt x="29145" y="31635"/>
                  </a:cubicBezTo>
                  <a:cubicBezTo>
                    <a:pt x="30439" y="42438"/>
                    <a:pt x="34105" y="53589"/>
                    <a:pt x="42446" y="60708"/>
                  </a:cubicBezTo>
                  <a:cubicBezTo>
                    <a:pt x="45435" y="63260"/>
                    <a:pt x="49253" y="64384"/>
                    <a:pt x="52438" y="66203"/>
                  </a:cubicBezTo>
                  <a:cubicBezTo>
                    <a:pt x="56024" y="68255"/>
                    <a:pt x="58763" y="71672"/>
                    <a:pt x="61270" y="75187"/>
                  </a:cubicBezTo>
                  <a:cubicBezTo>
                    <a:pt x="62822" y="77373"/>
                    <a:pt x="63857" y="80192"/>
                    <a:pt x="63937" y="81994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2"/>
            <p:cNvSpPr/>
            <p:nvPr/>
          </p:nvSpPr>
          <p:spPr>
            <a:xfrm rot="-749066">
              <a:off x="6816977" y="-582515"/>
              <a:ext cx="2930774" cy="5833218"/>
            </a:xfrm>
            <a:custGeom>
              <a:rect b="b" l="l" r="r" t="t"/>
              <a:pathLst>
                <a:path extrusionOk="0" fill="none" h="82163" w="61110">
                  <a:moveTo>
                    <a:pt x="0" y="2034"/>
                  </a:moveTo>
                  <a:cubicBezTo>
                    <a:pt x="7146" y="0"/>
                    <a:pt x="14613" y="3694"/>
                    <a:pt x="19609" y="8743"/>
                  </a:cubicBezTo>
                  <a:cubicBezTo>
                    <a:pt x="26094" y="15300"/>
                    <a:pt x="27254" y="22526"/>
                    <a:pt x="28102" y="31188"/>
                  </a:cubicBezTo>
                  <a:cubicBezTo>
                    <a:pt x="29217" y="42491"/>
                    <a:pt x="33044" y="54124"/>
                    <a:pt x="41617" y="61680"/>
                  </a:cubicBezTo>
                  <a:cubicBezTo>
                    <a:pt x="44400" y="64133"/>
                    <a:pt x="47898" y="65391"/>
                    <a:pt x="50815" y="67292"/>
                  </a:cubicBezTo>
                  <a:cubicBezTo>
                    <a:pt x="54142" y="69450"/>
                    <a:pt x="56640" y="72814"/>
                    <a:pt x="58969" y="76248"/>
                  </a:cubicBezTo>
                  <a:cubicBezTo>
                    <a:pt x="60280" y="78184"/>
                    <a:pt x="61110" y="80753"/>
                    <a:pt x="60976" y="82163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2"/>
            <p:cNvSpPr/>
            <p:nvPr/>
          </p:nvSpPr>
          <p:spPr>
            <a:xfrm rot="-749066">
              <a:off x="6819209" y="-549628"/>
              <a:ext cx="2799031" cy="5845216"/>
            </a:xfrm>
            <a:custGeom>
              <a:rect b="b" l="l" r="r" t="t"/>
              <a:pathLst>
                <a:path extrusionOk="0" fill="none" h="82332" w="58363">
                  <a:moveTo>
                    <a:pt x="1" y="1998"/>
                  </a:moveTo>
                  <a:cubicBezTo>
                    <a:pt x="7031" y="0"/>
                    <a:pt x="14319" y="3738"/>
                    <a:pt x="19172" y="8716"/>
                  </a:cubicBezTo>
                  <a:cubicBezTo>
                    <a:pt x="25497" y="15202"/>
                    <a:pt x="26407" y="22204"/>
                    <a:pt x="27067" y="30733"/>
                  </a:cubicBezTo>
                  <a:cubicBezTo>
                    <a:pt x="27968" y="42544"/>
                    <a:pt x="32001" y="54641"/>
                    <a:pt x="40788" y="62652"/>
                  </a:cubicBezTo>
                  <a:cubicBezTo>
                    <a:pt x="43366" y="65007"/>
                    <a:pt x="46542" y="66408"/>
                    <a:pt x="49182" y="68371"/>
                  </a:cubicBezTo>
                  <a:cubicBezTo>
                    <a:pt x="52260" y="70654"/>
                    <a:pt x="54526" y="73964"/>
                    <a:pt x="56667" y="77309"/>
                  </a:cubicBezTo>
                  <a:cubicBezTo>
                    <a:pt x="57747" y="78996"/>
                    <a:pt x="58362" y="81306"/>
                    <a:pt x="58023" y="823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2"/>
            <p:cNvSpPr/>
            <p:nvPr/>
          </p:nvSpPr>
          <p:spPr>
            <a:xfrm rot="-749066">
              <a:off x="6823714" y="-483973"/>
              <a:ext cx="2535880" cy="5869354"/>
            </a:xfrm>
            <a:custGeom>
              <a:rect b="b" l="l" r="r" t="t"/>
              <a:pathLst>
                <a:path extrusionOk="0" fill="none" h="82672" w="52876">
                  <a:moveTo>
                    <a:pt x="0" y="1936"/>
                  </a:moveTo>
                  <a:cubicBezTo>
                    <a:pt x="6789" y="1"/>
                    <a:pt x="13739" y="3819"/>
                    <a:pt x="18306" y="8663"/>
                  </a:cubicBezTo>
                  <a:cubicBezTo>
                    <a:pt x="24292" y="15015"/>
                    <a:pt x="24694" y="21554"/>
                    <a:pt x="24979" y="29841"/>
                  </a:cubicBezTo>
                  <a:cubicBezTo>
                    <a:pt x="25425" y="42643"/>
                    <a:pt x="29975" y="55614"/>
                    <a:pt x="39128" y="64606"/>
                  </a:cubicBezTo>
                  <a:cubicBezTo>
                    <a:pt x="41305" y="66747"/>
                    <a:pt x="43821" y="68442"/>
                    <a:pt x="45926" y="70539"/>
                  </a:cubicBezTo>
                  <a:cubicBezTo>
                    <a:pt x="48477" y="73055"/>
                    <a:pt x="50360" y="76222"/>
                    <a:pt x="52073" y="79442"/>
                  </a:cubicBezTo>
                  <a:cubicBezTo>
                    <a:pt x="52697" y="80602"/>
                    <a:pt x="52875" y="82413"/>
                    <a:pt x="52108" y="8267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2"/>
            <p:cNvSpPr/>
            <p:nvPr/>
          </p:nvSpPr>
          <p:spPr>
            <a:xfrm rot="-749066">
              <a:off x="6750145" y="-451382"/>
              <a:ext cx="2406679" cy="5890227"/>
            </a:xfrm>
            <a:custGeom>
              <a:rect b="b" l="l" r="r" t="t"/>
              <a:pathLst>
                <a:path extrusionOk="0" fill="none" h="82966" w="50182">
                  <a:moveTo>
                    <a:pt x="1" y="1909"/>
                  </a:moveTo>
                  <a:cubicBezTo>
                    <a:pt x="6674" y="0"/>
                    <a:pt x="13454" y="3863"/>
                    <a:pt x="17878" y="8636"/>
                  </a:cubicBezTo>
                  <a:cubicBezTo>
                    <a:pt x="23695" y="14916"/>
                    <a:pt x="23829" y="21223"/>
                    <a:pt x="23945" y="29395"/>
                  </a:cubicBezTo>
                  <a:cubicBezTo>
                    <a:pt x="24123" y="42687"/>
                    <a:pt x="29021" y="56060"/>
                    <a:pt x="38299" y="65579"/>
                  </a:cubicBezTo>
                  <a:cubicBezTo>
                    <a:pt x="40279" y="67612"/>
                    <a:pt x="42447" y="69468"/>
                    <a:pt x="44303" y="71618"/>
                  </a:cubicBezTo>
                  <a:cubicBezTo>
                    <a:pt x="46577" y="74259"/>
                    <a:pt x="48344" y="77319"/>
                    <a:pt x="49780" y="80503"/>
                  </a:cubicBezTo>
                  <a:cubicBezTo>
                    <a:pt x="50182" y="81404"/>
                    <a:pt x="50128" y="82966"/>
                    <a:pt x="49147" y="8284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5" name="Google Shape;615;p32"/>
          <p:cNvSpPr txBox="1"/>
          <p:nvPr>
            <p:ph hasCustomPrompt="1" type="title"/>
          </p:nvPr>
        </p:nvSpPr>
        <p:spPr>
          <a:xfrm>
            <a:off x="1568219" y="671004"/>
            <a:ext cx="2619900" cy="7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r>
              <a:t>xx%</a:t>
            </a:r>
          </a:p>
        </p:txBody>
      </p:sp>
      <p:sp>
        <p:nvSpPr>
          <p:cNvPr id="616" name="Google Shape;616;p32"/>
          <p:cNvSpPr txBox="1"/>
          <p:nvPr>
            <p:ph idx="1" type="subTitle"/>
          </p:nvPr>
        </p:nvSpPr>
        <p:spPr>
          <a:xfrm>
            <a:off x="1568244" y="1801992"/>
            <a:ext cx="2619900" cy="651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7" name="Google Shape;617;p32"/>
          <p:cNvSpPr txBox="1"/>
          <p:nvPr>
            <p:ph hasCustomPrompt="1" idx="2" type="title"/>
          </p:nvPr>
        </p:nvSpPr>
        <p:spPr>
          <a:xfrm>
            <a:off x="4955868" y="670404"/>
            <a:ext cx="2619900" cy="748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r>
              <a:t>xx%</a:t>
            </a:r>
          </a:p>
        </p:txBody>
      </p:sp>
      <p:sp>
        <p:nvSpPr>
          <p:cNvPr id="618" name="Google Shape;618;p32"/>
          <p:cNvSpPr txBox="1"/>
          <p:nvPr>
            <p:ph idx="3" type="subTitle"/>
          </p:nvPr>
        </p:nvSpPr>
        <p:spPr>
          <a:xfrm>
            <a:off x="4955868" y="1803067"/>
            <a:ext cx="2619900" cy="6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9" name="Google Shape;619;p32"/>
          <p:cNvSpPr txBox="1"/>
          <p:nvPr>
            <p:ph hasCustomPrompt="1" idx="4" type="title"/>
          </p:nvPr>
        </p:nvSpPr>
        <p:spPr>
          <a:xfrm>
            <a:off x="1568219" y="2689146"/>
            <a:ext cx="2619900" cy="7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r>
              <a:t>xx%</a:t>
            </a:r>
          </a:p>
        </p:txBody>
      </p:sp>
      <p:sp>
        <p:nvSpPr>
          <p:cNvPr id="620" name="Google Shape;620;p32"/>
          <p:cNvSpPr txBox="1"/>
          <p:nvPr>
            <p:ph idx="5" type="subTitle"/>
          </p:nvPr>
        </p:nvSpPr>
        <p:spPr>
          <a:xfrm>
            <a:off x="1568244" y="3820134"/>
            <a:ext cx="2619900" cy="651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1" name="Google Shape;621;p32"/>
          <p:cNvSpPr txBox="1"/>
          <p:nvPr>
            <p:ph hasCustomPrompt="1" idx="6" type="title"/>
          </p:nvPr>
        </p:nvSpPr>
        <p:spPr>
          <a:xfrm>
            <a:off x="4955868" y="2688546"/>
            <a:ext cx="2619900" cy="748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r>
              <a:t>xx%</a:t>
            </a:r>
          </a:p>
        </p:txBody>
      </p:sp>
      <p:sp>
        <p:nvSpPr>
          <p:cNvPr id="622" name="Google Shape;622;p32"/>
          <p:cNvSpPr txBox="1"/>
          <p:nvPr>
            <p:ph idx="7" type="subTitle"/>
          </p:nvPr>
        </p:nvSpPr>
        <p:spPr>
          <a:xfrm>
            <a:off x="4955868" y="3821209"/>
            <a:ext cx="2619900" cy="6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32"/>
          <p:cNvSpPr txBox="1"/>
          <p:nvPr>
            <p:ph idx="8" type="subTitle"/>
          </p:nvPr>
        </p:nvSpPr>
        <p:spPr>
          <a:xfrm>
            <a:off x="1568231" y="1494800"/>
            <a:ext cx="26199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4" name="Google Shape;624;p32"/>
          <p:cNvSpPr txBox="1"/>
          <p:nvPr>
            <p:ph idx="9" type="subTitle"/>
          </p:nvPr>
        </p:nvSpPr>
        <p:spPr>
          <a:xfrm>
            <a:off x="4955881" y="1494800"/>
            <a:ext cx="26199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5" name="Google Shape;625;p32"/>
          <p:cNvSpPr txBox="1"/>
          <p:nvPr>
            <p:ph idx="13" type="subTitle"/>
          </p:nvPr>
        </p:nvSpPr>
        <p:spPr>
          <a:xfrm>
            <a:off x="1568231" y="3513550"/>
            <a:ext cx="26199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6" name="Google Shape;626;p32"/>
          <p:cNvSpPr txBox="1"/>
          <p:nvPr>
            <p:ph idx="14" type="subTitle"/>
          </p:nvPr>
        </p:nvSpPr>
        <p:spPr>
          <a:xfrm>
            <a:off x="4955881" y="3513550"/>
            <a:ext cx="2619900" cy="402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3_1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" name="Google Shape;628;p33"/>
          <p:cNvGrpSpPr/>
          <p:nvPr/>
        </p:nvGrpSpPr>
        <p:grpSpPr>
          <a:xfrm flipH="1" rot="-5400000">
            <a:off x="-4849397" y="2405791"/>
            <a:ext cx="10336121" cy="794623"/>
            <a:chOff x="80650" y="2722550"/>
            <a:chExt cx="8030550" cy="617375"/>
          </a:xfrm>
        </p:grpSpPr>
        <p:sp>
          <p:nvSpPr>
            <p:cNvPr id="629" name="Google Shape;629;p33"/>
            <p:cNvSpPr/>
            <p:nvPr/>
          </p:nvSpPr>
          <p:spPr>
            <a:xfrm>
              <a:off x="81100" y="2722550"/>
              <a:ext cx="8014950" cy="569200"/>
            </a:xfrm>
            <a:custGeom>
              <a:rect b="b" l="l" r="r" t="t"/>
              <a:pathLst>
                <a:path extrusionOk="0" fill="none" h="22768" w="320598">
                  <a:moveTo>
                    <a:pt x="0" y="22768"/>
                  </a:moveTo>
                  <a:cubicBezTo>
                    <a:pt x="18271" y="15524"/>
                    <a:pt x="45874" y="10670"/>
                    <a:pt x="69158" y="8886"/>
                  </a:cubicBezTo>
                  <a:cubicBezTo>
                    <a:pt x="98938" y="6585"/>
                    <a:pt x="117173" y="9047"/>
                    <a:pt x="136086" y="12098"/>
                  </a:cubicBezTo>
                  <a:cubicBezTo>
                    <a:pt x="152716" y="14792"/>
                    <a:pt x="173288" y="16559"/>
                    <a:pt x="199196" y="13722"/>
                  </a:cubicBezTo>
                  <a:cubicBezTo>
                    <a:pt x="214291" y="12062"/>
                    <a:pt x="229439" y="8173"/>
                    <a:pt x="243731" y="5353"/>
                  </a:cubicBezTo>
                  <a:cubicBezTo>
                    <a:pt x="258879" y="2356"/>
                    <a:pt x="274581" y="1035"/>
                    <a:pt x="289051" y="465"/>
                  </a:cubicBezTo>
                  <a:cubicBezTo>
                    <a:pt x="301309" y="1"/>
                    <a:pt x="312425" y="554"/>
                    <a:pt x="320597" y="1553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3"/>
            <p:cNvSpPr/>
            <p:nvPr/>
          </p:nvSpPr>
          <p:spPr>
            <a:xfrm>
              <a:off x="89125" y="2831400"/>
              <a:ext cx="7821350" cy="508525"/>
            </a:xfrm>
            <a:custGeom>
              <a:rect b="b" l="l" r="r" t="t"/>
              <a:pathLst>
                <a:path extrusionOk="0" fill="none" h="20341" w="312854">
                  <a:moveTo>
                    <a:pt x="1" y="20341"/>
                  </a:moveTo>
                  <a:cubicBezTo>
                    <a:pt x="17968" y="13186"/>
                    <a:pt x="45178" y="8493"/>
                    <a:pt x="67999" y="6780"/>
                  </a:cubicBezTo>
                  <a:cubicBezTo>
                    <a:pt x="97207" y="4604"/>
                    <a:pt x="114675" y="7066"/>
                    <a:pt x="132678" y="10278"/>
                  </a:cubicBezTo>
                  <a:cubicBezTo>
                    <a:pt x="149718" y="13293"/>
                    <a:pt x="171129" y="15309"/>
                    <a:pt x="198304" y="12437"/>
                  </a:cubicBezTo>
                  <a:cubicBezTo>
                    <a:pt x="212703" y="10920"/>
                    <a:pt x="227209" y="7316"/>
                    <a:pt x="240858" y="4746"/>
                  </a:cubicBezTo>
                  <a:cubicBezTo>
                    <a:pt x="255454" y="2016"/>
                    <a:pt x="270442" y="874"/>
                    <a:pt x="284341" y="393"/>
                  </a:cubicBezTo>
                  <a:cubicBezTo>
                    <a:pt x="295564" y="0"/>
                    <a:pt x="305788" y="553"/>
                    <a:pt x="312854" y="1535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80650" y="2991525"/>
              <a:ext cx="8030550" cy="332350"/>
            </a:xfrm>
            <a:custGeom>
              <a:rect b="b" l="l" r="r" t="t"/>
              <a:pathLst>
                <a:path extrusionOk="0" fill="none" h="13294" w="321222">
                  <a:moveTo>
                    <a:pt x="1" y="11741"/>
                  </a:moveTo>
                  <a:cubicBezTo>
                    <a:pt x="18557" y="5318"/>
                    <a:pt x="46356" y="1696"/>
                    <a:pt x="69712" y="964"/>
                  </a:cubicBezTo>
                  <a:cubicBezTo>
                    <a:pt x="99563" y="1"/>
                    <a:pt x="117673" y="3266"/>
                    <a:pt x="136425" y="7173"/>
                  </a:cubicBezTo>
                  <a:cubicBezTo>
                    <a:pt x="152912" y="10617"/>
                    <a:pt x="173378" y="13293"/>
                    <a:pt x="199392" y="11616"/>
                  </a:cubicBezTo>
                  <a:cubicBezTo>
                    <a:pt x="214558" y="10635"/>
                    <a:pt x="229867" y="7423"/>
                    <a:pt x="244266" y="5246"/>
                  </a:cubicBezTo>
                  <a:cubicBezTo>
                    <a:pt x="259540" y="2945"/>
                    <a:pt x="275277" y="2320"/>
                    <a:pt x="289765" y="2409"/>
                  </a:cubicBezTo>
                  <a:cubicBezTo>
                    <a:pt x="302041" y="2481"/>
                    <a:pt x="313103" y="3534"/>
                    <a:pt x="321222" y="489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2" name="Google Shape;632;p33"/>
          <p:cNvSpPr txBox="1"/>
          <p:nvPr>
            <p:ph idx="1" type="subTitle"/>
          </p:nvPr>
        </p:nvSpPr>
        <p:spPr>
          <a:xfrm>
            <a:off x="1611950" y="3876523"/>
            <a:ext cx="17913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3" name="Google Shape;633;p33"/>
          <p:cNvSpPr txBox="1"/>
          <p:nvPr>
            <p:ph hasCustomPrompt="1" type="title"/>
          </p:nvPr>
        </p:nvSpPr>
        <p:spPr>
          <a:xfrm>
            <a:off x="1748988" y="2010967"/>
            <a:ext cx="1517400" cy="75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34" name="Google Shape;634;p33"/>
          <p:cNvSpPr txBox="1"/>
          <p:nvPr>
            <p:ph idx="2" type="subTitle"/>
          </p:nvPr>
        </p:nvSpPr>
        <p:spPr>
          <a:xfrm>
            <a:off x="3676351" y="3876541"/>
            <a:ext cx="17913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33"/>
          <p:cNvSpPr txBox="1"/>
          <p:nvPr>
            <p:ph hasCustomPrompt="1" idx="3" type="title"/>
          </p:nvPr>
        </p:nvSpPr>
        <p:spPr>
          <a:xfrm>
            <a:off x="3813400" y="2010967"/>
            <a:ext cx="1517400" cy="75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36" name="Google Shape;636;p33"/>
          <p:cNvSpPr txBox="1"/>
          <p:nvPr>
            <p:ph idx="4" type="subTitle"/>
          </p:nvPr>
        </p:nvSpPr>
        <p:spPr>
          <a:xfrm>
            <a:off x="1611939" y="3498508"/>
            <a:ext cx="1791300" cy="456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37" name="Google Shape;637;p33"/>
          <p:cNvSpPr txBox="1"/>
          <p:nvPr>
            <p:ph idx="5" type="subTitle"/>
          </p:nvPr>
        </p:nvSpPr>
        <p:spPr>
          <a:xfrm>
            <a:off x="3676342" y="3499331"/>
            <a:ext cx="1791300" cy="456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38" name="Google Shape;638;p33"/>
          <p:cNvSpPr txBox="1"/>
          <p:nvPr>
            <p:ph idx="6"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9" name="Google Shape;639;p33"/>
          <p:cNvSpPr txBox="1"/>
          <p:nvPr>
            <p:ph idx="7" type="subTitle"/>
          </p:nvPr>
        </p:nvSpPr>
        <p:spPr>
          <a:xfrm>
            <a:off x="5740752" y="3876541"/>
            <a:ext cx="1791300" cy="62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0" name="Google Shape;640;p33"/>
          <p:cNvSpPr txBox="1"/>
          <p:nvPr>
            <p:ph hasCustomPrompt="1" idx="8" type="title"/>
          </p:nvPr>
        </p:nvSpPr>
        <p:spPr>
          <a:xfrm>
            <a:off x="5877800" y="2010967"/>
            <a:ext cx="1517400" cy="75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41" name="Google Shape;641;p33"/>
          <p:cNvSpPr txBox="1"/>
          <p:nvPr>
            <p:ph idx="9" type="subTitle"/>
          </p:nvPr>
        </p:nvSpPr>
        <p:spPr>
          <a:xfrm>
            <a:off x="5740742" y="3499331"/>
            <a:ext cx="1791300" cy="456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i="1" sz="24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6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4"/>
          <p:cNvSpPr txBox="1"/>
          <p:nvPr/>
        </p:nvSpPr>
        <p:spPr>
          <a:xfrm>
            <a:off x="715975" y="3986800"/>
            <a:ext cx="4097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</a:t>
            </a:r>
            <a:r>
              <a:rPr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This presentation template was created by </a:t>
            </a:r>
            <a:r>
              <a:rPr b="1" lang="en" sz="1100" u="sng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including icons by </a:t>
            </a:r>
            <a:r>
              <a:rPr b="1" lang="en" sz="1100" u="sng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infographics &amp; images by </a:t>
            </a:r>
            <a:r>
              <a:rPr b="1" lang="en" sz="1100" u="sng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sz="11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644" name="Google Shape;644;p34"/>
          <p:cNvSpPr txBox="1"/>
          <p:nvPr>
            <p:ph type="ctrTitle"/>
          </p:nvPr>
        </p:nvSpPr>
        <p:spPr>
          <a:xfrm>
            <a:off x="715975" y="563675"/>
            <a:ext cx="4097700" cy="84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4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ndrina Solid"/>
              <a:buNone/>
              <a:defRPr sz="5200">
                <a:latin typeface="Londrina Solid"/>
                <a:ea typeface="Londrina Solid"/>
                <a:cs typeface="Londrina Solid"/>
                <a:sym typeface="Londrina Soli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ndrina Solid"/>
              <a:buNone/>
              <a:defRPr sz="5200">
                <a:latin typeface="Londrina Solid"/>
                <a:ea typeface="Londrina Solid"/>
                <a:cs typeface="Londrina Solid"/>
                <a:sym typeface="Londrina Soli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ndrina Solid"/>
              <a:buNone/>
              <a:defRPr sz="5200">
                <a:latin typeface="Londrina Solid"/>
                <a:ea typeface="Londrina Solid"/>
                <a:cs typeface="Londrina Solid"/>
                <a:sym typeface="Londrina Soli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ndrina Solid"/>
              <a:buNone/>
              <a:defRPr sz="5200">
                <a:latin typeface="Londrina Solid"/>
                <a:ea typeface="Londrina Solid"/>
                <a:cs typeface="Londrina Solid"/>
                <a:sym typeface="Londrina Soli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ndrina Solid"/>
              <a:buNone/>
              <a:defRPr sz="5200">
                <a:latin typeface="Londrina Solid"/>
                <a:ea typeface="Londrina Solid"/>
                <a:cs typeface="Londrina Solid"/>
                <a:sym typeface="Londrina Soli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ndrina Solid"/>
              <a:buNone/>
              <a:defRPr sz="5200">
                <a:latin typeface="Londrina Solid"/>
                <a:ea typeface="Londrina Solid"/>
                <a:cs typeface="Londrina Solid"/>
                <a:sym typeface="Londrina Soli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ndrina Solid"/>
              <a:buNone/>
              <a:defRPr sz="5200">
                <a:latin typeface="Londrina Solid"/>
                <a:ea typeface="Londrina Solid"/>
                <a:cs typeface="Londrina Solid"/>
                <a:sym typeface="Londrina Soli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ndrina Solid"/>
              <a:buNone/>
              <a:defRPr sz="5200">
                <a:latin typeface="Londrina Solid"/>
                <a:ea typeface="Londrina Solid"/>
                <a:cs typeface="Londrina Solid"/>
                <a:sym typeface="Londrina Solid"/>
              </a:defRPr>
            </a:lvl9pPr>
          </a:lstStyle>
          <a:p/>
        </p:txBody>
      </p:sp>
      <p:sp>
        <p:nvSpPr>
          <p:cNvPr id="645" name="Google Shape;645;p34"/>
          <p:cNvSpPr txBox="1"/>
          <p:nvPr>
            <p:ph idx="1" type="subTitle"/>
          </p:nvPr>
        </p:nvSpPr>
        <p:spPr>
          <a:xfrm>
            <a:off x="715975" y="1435925"/>
            <a:ext cx="4097700" cy="12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Font typeface="Poppins Black"/>
              <a:buNone/>
              <a:defRPr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ondrina Solid"/>
              <a:buNone/>
              <a:defRPr>
                <a:latin typeface="Londrina Solid"/>
                <a:ea typeface="Londrina Solid"/>
                <a:cs typeface="Londrina Solid"/>
                <a:sym typeface="Londrina Soli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ondrina Solid"/>
              <a:buNone/>
              <a:defRPr>
                <a:latin typeface="Londrina Solid"/>
                <a:ea typeface="Londrina Solid"/>
                <a:cs typeface="Londrina Solid"/>
                <a:sym typeface="Londrina Soli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ondrina Solid"/>
              <a:buNone/>
              <a:defRPr>
                <a:latin typeface="Londrina Solid"/>
                <a:ea typeface="Londrina Solid"/>
                <a:cs typeface="Londrina Solid"/>
                <a:sym typeface="Londrina Soli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ondrina Solid"/>
              <a:buNone/>
              <a:defRPr>
                <a:latin typeface="Londrina Solid"/>
                <a:ea typeface="Londrina Solid"/>
                <a:cs typeface="Londrina Solid"/>
                <a:sym typeface="Londrina Soli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ondrina Solid"/>
              <a:buNone/>
              <a:defRPr>
                <a:latin typeface="Londrina Solid"/>
                <a:ea typeface="Londrina Solid"/>
                <a:cs typeface="Londrina Solid"/>
                <a:sym typeface="Londrina Soli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ondrina Solid"/>
              <a:buNone/>
              <a:defRPr>
                <a:latin typeface="Londrina Solid"/>
                <a:ea typeface="Londrina Solid"/>
                <a:cs typeface="Londrina Solid"/>
                <a:sym typeface="Londrina Soli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ondrina Solid"/>
              <a:buNone/>
              <a:defRPr>
                <a:latin typeface="Londrina Solid"/>
                <a:ea typeface="Londrina Solid"/>
                <a:cs typeface="Londrina Solid"/>
                <a:sym typeface="Londrina Soli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ondrina Solid"/>
              <a:buNone/>
              <a:defRPr>
                <a:latin typeface="Londrina Solid"/>
                <a:ea typeface="Londrina Solid"/>
                <a:cs typeface="Londrina Solid"/>
                <a:sym typeface="Londrina Soli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7" name="Google Shape;647;p35"/>
          <p:cNvGrpSpPr/>
          <p:nvPr/>
        </p:nvGrpSpPr>
        <p:grpSpPr>
          <a:xfrm>
            <a:off x="-2044471" y="-3394221"/>
            <a:ext cx="5391317" cy="10699590"/>
            <a:chOff x="152356" y="-3840200"/>
            <a:chExt cx="4035719" cy="10699590"/>
          </a:xfrm>
        </p:grpSpPr>
        <p:sp>
          <p:nvSpPr>
            <p:cNvPr id="648" name="Google Shape;648;p35"/>
            <p:cNvSpPr/>
            <p:nvPr/>
          </p:nvSpPr>
          <p:spPr>
            <a:xfrm rot="5400000">
              <a:off x="-2824950" y="-361050"/>
              <a:ext cx="10381625" cy="3644425"/>
            </a:xfrm>
            <a:custGeom>
              <a:rect b="b" l="l" r="r" t="t"/>
              <a:pathLst>
                <a:path extrusionOk="0" fill="none" h="95304" w="271486">
                  <a:moveTo>
                    <a:pt x="0" y="8850"/>
                  </a:moveTo>
                  <a:cubicBezTo>
                    <a:pt x="35515" y="0"/>
                    <a:pt x="60369" y="12267"/>
                    <a:pt x="74000" y="33044"/>
                  </a:cubicBezTo>
                  <a:cubicBezTo>
                    <a:pt x="81601" y="44614"/>
                    <a:pt x="85018" y="58691"/>
                    <a:pt x="84884" y="71886"/>
                  </a:cubicBezTo>
                  <a:cubicBezTo>
                    <a:pt x="84625" y="95303"/>
                    <a:pt x="104153" y="72572"/>
                    <a:pt x="131050" y="52946"/>
                  </a:cubicBezTo>
                  <a:cubicBezTo>
                    <a:pt x="145859" y="42134"/>
                    <a:pt x="163871" y="37727"/>
                    <a:pt x="179777" y="38940"/>
                  </a:cubicBezTo>
                  <a:cubicBezTo>
                    <a:pt x="192784" y="39939"/>
                    <a:pt x="204256" y="45274"/>
                    <a:pt x="211313" y="54311"/>
                  </a:cubicBezTo>
                  <a:cubicBezTo>
                    <a:pt x="227112" y="74553"/>
                    <a:pt x="238558" y="91690"/>
                    <a:pt x="271485" y="92448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5"/>
            <p:cNvSpPr/>
            <p:nvPr/>
          </p:nvSpPr>
          <p:spPr>
            <a:xfrm rot="5400000">
              <a:off x="-3077429" y="-280536"/>
              <a:ext cx="10396309" cy="3487832"/>
            </a:xfrm>
            <a:custGeom>
              <a:rect b="b" l="l" r="r" t="t"/>
              <a:pathLst>
                <a:path extrusionOk="0" fill="none" h="91209" w="271870">
                  <a:moveTo>
                    <a:pt x="0" y="8457"/>
                  </a:moveTo>
                  <a:cubicBezTo>
                    <a:pt x="33900" y="0"/>
                    <a:pt x="58951" y="10304"/>
                    <a:pt x="73661" y="30733"/>
                  </a:cubicBezTo>
                  <a:cubicBezTo>
                    <a:pt x="81610" y="41759"/>
                    <a:pt x="85205" y="55542"/>
                    <a:pt x="85526" y="68406"/>
                  </a:cubicBezTo>
                  <a:cubicBezTo>
                    <a:pt x="86044" y="91208"/>
                    <a:pt x="105295" y="69976"/>
                    <a:pt x="131764" y="51492"/>
                  </a:cubicBezTo>
                  <a:cubicBezTo>
                    <a:pt x="146430" y="41251"/>
                    <a:pt x="164255" y="36942"/>
                    <a:pt x="180170" y="37665"/>
                  </a:cubicBezTo>
                  <a:cubicBezTo>
                    <a:pt x="193043" y="38244"/>
                    <a:pt x="204399" y="43276"/>
                    <a:pt x="211563" y="51840"/>
                  </a:cubicBezTo>
                  <a:cubicBezTo>
                    <a:pt x="227701" y="71101"/>
                    <a:pt x="239611" y="87970"/>
                    <a:pt x="271869" y="8828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5"/>
            <p:cNvSpPr/>
            <p:nvPr/>
          </p:nvSpPr>
          <p:spPr>
            <a:xfrm rot="5400000">
              <a:off x="-2872709" y="-200021"/>
              <a:ext cx="10410649" cy="3330895"/>
            </a:xfrm>
            <a:custGeom>
              <a:rect b="b" l="l" r="r" t="t"/>
              <a:pathLst>
                <a:path extrusionOk="0" fill="none" h="87105" w="272245">
                  <a:moveTo>
                    <a:pt x="1" y="8047"/>
                  </a:moveTo>
                  <a:cubicBezTo>
                    <a:pt x="32295" y="0"/>
                    <a:pt x="57497" y="8315"/>
                    <a:pt x="73323" y="28405"/>
                  </a:cubicBezTo>
                  <a:cubicBezTo>
                    <a:pt x="81601" y="38914"/>
                    <a:pt x="85393" y="52393"/>
                    <a:pt x="86169" y="64918"/>
                  </a:cubicBezTo>
                  <a:cubicBezTo>
                    <a:pt x="87463" y="87105"/>
                    <a:pt x="106438" y="67372"/>
                    <a:pt x="132478" y="50020"/>
                  </a:cubicBezTo>
                  <a:cubicBezTo>
                    <a:pt x="147002" y="40350"/>
                    <a:pt x="164638" y="36148"/>
                    <a:pt x="180554" y="36371"/>
                  </a:cubicBezTo>
                  <a:cubicBezTo>
                    <a:pt x="193293" y="36549"/>
                    <a:pt x="204542" y="41269"/>
                    <a:pt x="211822" y="49351"/>
                  </a:cubicBezTo>
                  <a:cubicBezTo>
                    <a:pt x="228281" y="67639"/>
                    <a:pt x="240664" y="84250"/>
                    <a:pt x="272244" y="84098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5"/>
            <p:cNvSpPr/>
            <p:nvPr/>
          </p:nvSpPr>
          <p:spPr>
            <a:xfrm rot="5400000">
              <a:off x="-3072523" y="-38687"/>
              <a:ext cx="10439291" cy="3017060"/>
            </a:xfrm>
            <a:custGeom>
              <a:rect b="b" l="l" r="r" t="t"/>
              <a:pathLst>
                <a:path extrusionOk="0" fill="none" h="78898" w="272994">
                  <a:moveTo>
                    <a:pt x="1" y="7244"/>
                  </a:moveTo>
                  <a:cubicBezTo>
                    <a:pt x="29057" y="0"/>
                    <a:pt x="54464" y="4345"/>
                    <a:pt x="72636" y="23775"/>
                  </a:cubicBezTo>
                  <a:cubicBezTo>
                    <a:pt x="81486" y="33231"/>
                    <a:pt x="85803" y="46086"/>
                    <a:pt x="87445" y="57942"/>
                  </a:cubicBezTo>
                  <a:cubicBezTo>
                    <a:pt x="90353" y="78897"/>
                    <a:pt x="108731" y="62171"/>
                    <a:pt x="133906" y="47103"/>
                  </a:cubicBezTo>
                  <a:cubicBezTo>
                    <a:pt x="148153" y="38575"/>
                    <a:pt x="165388" y="34587"/>
                    <a:pt x="181312" y="33793"/>
                  </a:cubicBezTo>
                  <a:cubicBezTo>
                    <a:pt x="193784" y="33177"/>
                    <a:pt x="204828" y="37254"/>
                    <a:pt x="212331" y="44400"/>
                  </a:cubicBezTo>
                  <a:cubicBezTo>
                    <a:pt x="229468" y="60725"/>
                    <a:pt x="242751" y="76810"/>
                    <a:pt x="272994" y="75748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5"/>
            <p:cNvSpPr/>
            <p:nvPr/>
          </p:nvSpPr>
          <p:spPr>
            <a:xfrm rot="5400000">
              <a:off x="-3172583" y="41847"/>
              <a:ext cx="10453936" cy="2860467"/>
            </a:xfrm>
            <a:custGeom>
              <a:rect b="b" l="l" r="r" t="t"/>
              <a:pathLst>
                <a:path extrusionOk="0" fill="none" h="74803" w="273377">
                  <a:moveTo>
                    <a:pt x="0" y="6843"/>
                  </a:moveTo>
                  <a:cubicBezTo>
                    <a:pt x="27450" y="0"/>
                    <a:pt x="52893" y="2364"/>
                    <a:pt x="72296" y="21455"/>
                  </a:cubicBezTo>
                  <a:cubicBezTo>
                    <a:pt x="81405" y="30412"/>
                    <a:pt x="85999" y="42946"/>
                    <a:pt x="88086" y="54463"/>
                  </a:cubicBezTo>
                  <a:cubicBezTo>
                    <a:pt x="91780" y="74803"/>
                    <a:pt x="109889" y="59584"/>
                    <a:pt x="134619" y="45640"/>
                  </a:cubicBezTo>
                  <a:cubicBezTo>
                    <a:pt x="148732" y="37691"/>
                    <a:pt x="165753" y="33820"/>
                    <a:pt x="181704" y="32508"/>
                  </a:cubicBezTo>
                  <a:cubicBezTo>
                    <a:pt x="194024" y="31500"/>
                    <a:pt x="204988" y="35256"/>
                    <a:pt x="212580" y="41920"/>
                  </a:cubicBezTo>
                  <a:cubicBezTo>
                    <a:pt x="230083" y="57273"/>
                    <a:pt x="243803" y="73090"/>
                    <a:pt x="273377" y="71573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5"/>
            <p:cNvSpPr/>
            <p:nvPr/>
          </p:nvSpPr>
          <p:spPr>
            <a:xfrm rot="5400000">
              <a:off x="-3190325" y="173852"/>
              <a:ext cx="10482616" cy="2605329"/>
            </a:xfrm>
            <a:custGeom>
              <a:rect b="b" l="l" r="r" t="t"/>
              <a:pathLst>
                <a:path extrusionOk="0" fill="none" h="68131" w="274127">
                  <a:moveTo>
                    <a:pt x="0" y="7584"/>
                  </a:moveTo>
                  <a:cubicBezTo>
                    <a:pt x="24212" y="1544"/>
                    <a:pt x="49637" y="1"/>
                    <a:pt x="71610" y="18369"/>
                  </a:cubicBezTo>
                  <a:cubicBezTo>
                    <a:pt x="81164" y="26345"/>
                    <a:pt x="86383" y="38183"/>
                    <a:pt x="89362" y="49040"/>
                  </a:cubicBezTo>
                  <a:cubicBezTo>
                    <a:pt x="94617" y="68130"/>
                    <a:pt x="112236" y="55953"/>
                    <a:pt x="136037" y="44267"/>
                  </a:cubicBezTo>
                  <a:cubicBezTo>
                    <a:pt x="149901" y="37460"/>
                    <a:pt x="166494" y="33838"/>
                    <a:pt x="182462" y="31483"/>
                  </a:cubicBezTo>
                  <a:cubicBezTo>
                    <a:pt x="194506" y="29708"/>
                    <a:pt x="205291" y="32785"/>
                    <a:pt x="213088" y="38504"/>
                  </a:cubicBezTo>
                  <a:cubicBezTo>
                    <a:pt x="231314" y="51903"/>
                    <a:pt x="245900" y="67203"/>
                    <a:pt x="274126" y="64767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5"/>
            <p:cNvSpPr/>
            <p:nvPr/>
          </p:nvSpPr>
          <p:spPr>
            <a:xfrm rot="5400000">
              <a:off x="-3177686" y="217847"/>
              <a:ext cx="10497262" cy="2521737"/>
            </a:xfrm>
            <a:custGeom>
              <a:rect b="b" l="l" r="r" t="t"/>
              <a:pathLst>
                <a:path extrusionOk="0" fill="none" h="65945" w="274510">
                  <a:moveTo>
                    <a:pt x="1" y="9100"/>
                  </a:moveTo>
                  <a:cubicBezTo>
                    <a:pt x="22606" y="3462"/>
                    <a:pt x="47969" y="1"/>
                    <a:pt x="71271" y="17959"/>
                  </a:cubicBezTo>
                  <a:cubicBezTo>
                    <a:pt x="81021" y="25470"/>
                    <a:pt x="86570" y="36943"/>
                    <a:pt x="90005" y="47469"/>
                  </a:cubicBezTo>
                  <a:cubicBezTo>
                    <a:pt x="96036" y="65945"/>
                    <a:pt x="113423" y="55284"/>
                    <a:pt x="136751" y="44722"/>
                  </a:cubicBezTo>
                  <a:cubicBezTo>
                    <a:pt x="150499" y="38495"/>
                    <a:pt x="166860" y="34998"/>
                    <a:pt x="182846" y="32107"/>
                  </a:cubicBezTo>
                  <a:cubicBezTo>
                    <a:pt x="194756" y="29957"/>
                    <a:pt x="205461" y="32687"/>
                    <a:pt x="213347" y="37942"/>
                  </a:cubicBezTo>
                  <a:cubicBezTo>
                    <a:pt x="231948" y="50351"/>
                    <a:pt x="246944" y="65392"/>
                    <a:pt x="274510" y="6250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5"/>
            <p:cNvSpPr/>
            <p:nvPr/>
          </p:nvSpPr>
          <p:spPr>
            <a:xfrm rot="5400000">
              <a:off x="-3165430" y="262530"/>
              <a:ext cx="10511947" cy="2436806"/>
            </a:xfrm>
            <a:custGeom>
              <a:rect b="b" l="l" r="r" t="t"/>
              <a:pathLst>
                <a:path extrusionOk="0" fill="none" h="63724" w="274894">
                  <a:moveTo>
                    <a:pt x="1" y="10581"/>
                  </a:moveTo>
                  <a:cubicBezTo>
                    <a:pt x="20992" y="5353"/>
                    <a:pt x="46265" y="0"/>
                    <a:pt x="70932" y="17530"/>
                  </a:cubicBezTo>
                  <a:cubicBezTo>
                    <a:pt x="80870" y="24587"/>
                    <a:pt x="86767" y="35676"/>
                    <a:pt x="90647" y="45872"/>
                  </a:cubicBezTo>
                  <a:cubicBezTo>
                    <a:pt x="97454" y="63723"/>
                    <a:pt x="114618" y="54606"/>
                    <a:pt x="137465" y="45141"/>
                  </a:cubicBezTo>
                  <a:cubicBezTo>
                    <a:pt x="151096" y="39503"/>
                    <a:pt x="167226" y="36139"/>
                    <a:pt x="183239" y="32705"/>
                  </a:cubicBezTo>
                  <a:cubicBezTo>
                    <a:pt x="194997" y="30189"/>
                    <a:pt x="205631" y="32553"/>
                    <a:pt x="213597" y="37353"/>
                  </a:cubicBezTo>
                  <a:cubicBezTo>
                    <a:pt x="232581" y="48763"/>
                    <a:pt x="247997" y="63563"/>
                    <a:pt x="274894" y="60208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5"/>
            <p:cNvSpPr/>
            <p:nvPr/>
          </p:nvSpPr>
          <p:spPr>
            <a:xfrm rot="5400000">
              <a:off x="-2852943" y="303638"/>
              <a:ext cx="10525942" cy="2359026"/>
            </a:xfrm>
            <a:custGeom>
              <a:rect b="b" l="l" r="r" t="t"/>
              <a:pathLst>
                <a:path extrusionOk="0" fill="none" h="61690" w="275260">
                  <a:moveTo>
                    <a:pt x="1" y="12026"/>
                  </a:moveTo>
                  <a:cubicBezTo>
                    <a:pt x="19368" y="7200"/>
                    <a:pt x="44526" y="1"/>
                    <a:pt x="70584" y="17067"/>
                  </a:cubicBezTo>
                  <a:cubicBezTo>
                    <a:pt x="80692" y="23686"/>
                    <a:pt x="86945" y="34373"/>
                    <a:pt x="91281" y="44240"/>
                  </a:cubicBezTo>
                  <a:cubicBezTo>
                    <a:pt x="98864" y="61467"/>
                    <a:pt x="115805" y="53893"/>
                    <a:pt x="138170" y="45534"/>
                  </a:cubicBezTo>
                  <a:cubicBezTo>
                    <a:pt x="151694" y="40475"/>
                    <a:pt x="167592" y="37255"/>
                    <a:pt x="183614" y="33276"/>
                  </a:cubicBezTo>
                  <a:cubicBezTo>
                    <a:pt x="195229" y="30386"/>
                    <a:pt x="205791" y="32393"/>
                    <a:pt x="213847" y="36720"/>
                  </a:cubicBezTo>
                  <a:cubicBezTo>
                    <a:pt x="233224" y="47139"/>
                    <a:pt x="249041" y="61690"/>
                    <a:pt x="275260" y="57889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5"/>
            <p:cNvSpPr/>
            <p:nvPr/>
          </p:nvSpPr>
          <p:spPr>
            <a:xfrm rot="5400000">
              <a:off x="-3154339" y="342184"/>
              <a:ext cx="10540627" cy="2286370"/>
            </a:xfrm>
            <a:custGeom>
              <a:rect b="b" l="l" r="r" t="t"/>
              <a:pathLst>
                <a:path extrusionOk="0" fill="none" h="59790" w="275644">
                  <a:moveTo>
                    <a:pt x="1" y="13445"/>
                  </a:moveTo>
                  <a:cubicBezTo>
                    <a:pt x="17763" y="9020"/>
                    <a:pt x="42777" y="1"/>
                    <a:pt x="70245" y="16558"/>
                  </a:cubicBezTo>
                  <a:cubicBezTo>
                    <a:pt x="80522" y="22758"/>
                    <a:pt x="87133" y="33035"/>
                    <a:pt x="91932" y="42563"/>
                  </a:cubicBezTo>
                  <a:cubicBezTo>
                    <a:pt x="100282" y="59183"/>
                    <a:pt x="117018" y="53161"/>
                    <a:pt x="138884" y="45891"/>
                  </a:cubicBezTo>
                  <a:cubicBezTo>
                    <a:pt x="152310" y="41421"/>
                    <a:pt x="167966" y="38334"/>
                    <a:pt x="183998" y="33803"/>
                  </a:cubicBezTo>
                  <a:cubicBezTo>
                    <a:pt x="195479" y="30555"/>
                    <a:pt x="205970" y="32188"/>
                    <a:pt x="214106" y="36060"/>
                  </a:cubicBezTo>
                  <a:cubicBezTo>
                    <a:pt x="233875" y="45471"/>
                    <a:pt x="250094" y="59789"/>
                    <a:pt x="275643" y="55525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5"/>
            <p:cNvSpPr/>
            <p:nvPr/>
          </p:nvSpPr>
          <p:spPr>
            <a:xfrm rot="5400000">
              <a:off x="-3149558" y="421686"/>
              <a:ext cx="10569612" cy="2135933"/>
            </a:xfrm>
            <a:custGeom>
              <a:rect b="b" l="l" r="r" t="t"/>
              <a:pathLst>
                <a:path extrusionOk="0" fill="none" h="55856" w="276402">
                  <a:moveTo>
                    <a:pt x="0" y="16148"/>
                  </a:moveTo>
                  <a:cubicBezTo>
                    <a:pt x="14533" y="12526"/>
                    <a:pt x="39226" y="1"/>
                    <a:pt x="69567" y="15434"/>
                  </a:cubicBezTo>
                  <a:cubicBezTo>
                    <a:pt x="80156" y="20823"/>
                    <a:pt x="87516" y="30243"/>
                    <a:pt x="93216" y="39102"/>
                  </a:cubicBezTo>
                  <a:cubicBezTo>
                    <a:pt x="103101" y="54482"/>
                    <a:pt x="119462" y="51609"/>
                    <a:pt x="140319" y="46470"/>
                  </a:cubicBezTo>
                  <a:cubicBezTo>
                    <a:pt x="153540" y="43214"/>
                    <a:pt x="168715" y="40404"/>
                    <a:pt x="184773" y="34730"/>
                  </a:cubicBezTo>
                  <a:cubicBezTo>
                    <a:pt x="195978" y="30778"/>
                    <a:pt x="206326" y="31635"/>
                    <a:pt x="214614" y="34606"/>
                  </a:cubicBezTo>
                  <a:cubicBezTo>
                    <a:pt x="235204" y="41974"/>
                    <a:pt x="252189" y="55855"/>
                    <a:pt x="276401" y="5068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5"/>
            <p:cNvSpPr/>
            <p:nvPr/>
          </p:nvSpPr>
          <p:spPr>
            <a:xfrm rot="5400000">
              <a:off x="-3148353" y="463119"/>
              <a:ext cx="10583914" cy="2057809"/>
            </a:xfrm>
            <a:custGeom>
              <a:rect b="b" l="l" r="r" t="t"/>
              <a:pathLst>
                <a:path extrusionOk="0" fill="none" h="53813" w="276776">
                  <a:moveTo>
                    <a:pt x="0" y="17424"/>
                  </a:moveTo>
                  <a:cubicBezTo>
                    <a:pt x="12918" y="14203"/>
                    <a:pt x="37424" y="1"/>
                    <a:pt x="69219" y="14801"/>
                  </a:cubicBezTo>
                  <a:cubicBezTo>
                    <a:pt x="79969" y="19797"/>
                    <a:pt x="87685" y="28771"/>
                    <a:pt x="93850" y="37300"/>
                  </a:cubicBezTo>
                  <a:cubicBezTo>
                    <a:pt x="104502" y="52064"/>
                    <a:pt x="120675" y="50779"/>
                    <a:pt x="141024" y="46693"/>
                  </a:cubicBezTo>
                  <a:cubicBezTo>
                    <a:pt x="154147" y="44053"/>
                    <a:pt x="169090" y="41368"/>
                    <a:pt x="185148" y="35132"/>
                  </a:cubicBezTo>
                  <a:cubicBezTo>
                    <a:pt x="196219" y="30832"/>
                    <a:pt x="206496" y="31287"/>
                    <a:pt x="214864" y="33811"/>
                  </a:cubicBezTo>
                  <a:cubicBezTo>
                    <a:pt x="235855" y="40136"/>
                    <a:pt x="253233" y="53812"/>
                    <a:pt x="276776" y="48183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5"/>
            <p:cNvSpPr/>
            <p:nvPr/>
          </p:nvSpPr>
          <p:spPr>
            <a:xfrm rot="5400000">
              <a:off x="-3087696" y="578279"/>
              <a:ext cx="10627278" cy="1840797"/>
            </a:xfrm>
            <a:custGeom>
              <a:rect b="b" l="l" r="r" t="t"/>
              <a:pathLst>
                <a:path extrusionOk="0" fill="none" h="48138" w="277910">
                  <a:moveTo>
                    <a:pt x="1" y="20991"/>
                  </a:moveTo>
                  <a:cubicBezTo>
                    <a:pt x="8074" y="18984"/>
                    <a:pt x="32010" y="0"/>
                    <a:pt x="68193" y="12623"/>
                  </a:cubicBezTo>
                  <a:cubicBezTo>
                    <a:pt x="79416" y="16531"/>
                    <a:pt x="88230" y="24105"/>
                    <a:pt x="95768" y="31616"/>
                  </a:cubicBezTo>
                  <a:cubicBezTo>
                    <a:pt x="108713" y="44543"/>
                    <a:pt x="124360" y="48138"/>
                    <a:pt x="143157" y="47085"/>
                  </a:cubicBezTo>
                  <a:cubicBezTo>
                    <a:pt x="156012" y="46372"/>
                    <a:pt x="170241" y="44043"/>
                    <a:pt x="186299" y="36041"/>
                  </a:cubicBezTo>
                  <a:cubicBezTo>
                    <a:pt x="196978" y="30724"/>
                    <a:pt x="207023" y="29930"/>
                    <a:pt x="215623" y="31143"/>
                  </a:cubicBezTo>
                  <a:cubicBezTo>
                    <a:pt x="237845" y="34275"/>
                    <a:pt x="256374" y="47433"/>
                    <a:pt x="277909" y="4043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5"/>
            <p:cNvSpPr/>
            <p:nvPr/>
          </p:nvSpPr>
          <p:spPr>
            <a:xfrm rot="5400000">
              <a:off x="-3201753" y="587150"/>
              <a:ext cx="10641580" cy="1827184"/>
            </a:xfrm>
            <a:custGeom>
              <a:rect b="b" l="l" r="r" t="t"/>
              <a:pathLst>
                <a:path extrusionOk="0" fill="none" h="47782" w="278284">
                  <a:moveTo>
                    <a:pt x="0" y="22098"/>
                  </a:moveTo>
                  <a:cubicBezTo>
                    <a:pt x="6459" y="20483"/>
                    <a:pt x="30207" y="0"/>
                    <a:pt x="67854" y="11803"/>
                  </a:cubicBezTo>
                  <a:cubicBezTo>
                    <a:pt x="79237" y="15371"/>
                    <a:pt x="88417" y="22464"/>
                    <a:pt x="96410" y="29636"/>
                  </a:cubicBezTo>
                  <a:cubicBezTo>
                    <a:pt x="110122" y="41956"/>
                    <a:pt x="125608" y="46193"/>
                    <a:pt x="143870" y="47130"/>
                  </a:cubicBezTo>
                  <a:cubicBezTo>
                    <a:pt x="156609" y="47781"/>
                    <a:pt x="170642" y="44855"/>
                    <a:pt x="186682" y="36264"/>
                  </a:cubicBezTo>
                  <a:cubicBezTo>
                    <a:pt x="197244" y="30600"/>
                    <a:pt x="207200" y="29386"/>
                    <a:pt x="215881" y="30171"/>
                  </a:cubicBezTo>
                  <a:cubicBezTo>
                    <a:pt x="238504" y="32214"/>
                    <a:pt x="257426" y="45212"/>
                    <a:pt x="278283" y="37754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5"/>
            <p:cNvSpPr/>
            <p:nvPr/>
          </p:nvSpPr>
          <p:spPr>
            <a:xfrm rot="5400000">
              <a:off x="-3247641" y="589713"/>
              <a:ext cx="10656264" cy="1826495"/>
            </a:xfrm>
            <a:custGeom>
              <a:rect b="b" l="l" r="r" t="t"/>
              <a:pathLst>
                <a:path extrusionOk="0" fill="none" h="47764" w="278668">
                  <a:moveTo>
                    <a:pt x="0" y="23159"/>
                  </a:moveTo>
                  <a:cubicBezTo>
                    <a:pt x="4844" y="21955"/>
                    <a:pt x="28414" y="0"/>
                    <a:pt x="67515" y="10955"/>
                  </a:cubicBezTo>
                  <a:cubicBezTo>
                    <a:pt x="79068" y="14194"/>
                    <a:pt x="88604" y="20786"/>
                    <a:pt x="97052" y="27620"/>
                  </a:cubicBezTo>
                  <a:cubicBezTo>
                    <a:pt x="111522" y="39333"/>
                    <a:pt x="126795" y="46247"/>
                    <a:pt x="144584" y="47130"/>
                  </a:cubicBezTo>
                  <a:cubicBezTo>
                    <a:pt x="157234" y="47764"/>
                    <a:pt x="171052" y="45631"/>
                    <a:pt x="187066" y="36443"/>
                  </a:cubicBezTo>
                  <a:cubicBezTo>
                    <a:pt x="197512" y="30448"/>
                    <a:pt x="207370" y="28797"/>
                    <a:pt x="216139" y="29163"/>
                  </a:cubicBezTo>
                  <a:cubicBezTo>
                    <a:pt x="239156" y="30109"/>
                    <a:pt x="258470" y="42964"/>
                    <a:pt x="278667" y="3505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5"/>
            <p:cNvSpPr/>
            <p:nvPr/>
          </p:nvSpPr>
          <p:spPr>
            <a:xfrm rot="5400000">
              <a:off x="-3307849" y="579292"/>
              <a:ext cx="10670222" cy="1851734"/>
            </a:xfrm>
            <a:custGeom>
              <a:rect b="b" l="l" r="r" t="t"/>
              <a:pathLst>
                <a:path extrusionOk="0" fill="none" h="48424" w="279033">
                  <a:moveTo>
                    <a:pt x="0" y="24185"/>
                  </a:moveTo>
                  <a:cubicBezTo>
                    <a:pt x="3221" y="23373"/>
                    <a:pt x="26621" y="0"/>
                    <a:pt x="67167" y="10063"/>
                  </a:cubicBezTo>
                  <a:cubicBezTo>
                    <a:pt x="78889" y="12971"/>
                    <a:pt x="88765" y="19082"/>
                    <a:pt x="97686" y="25559"/>
                  </a:cubicBezTo>
                  <a:cubicBezTo>
                    <a:pt x="112905" y="36692"/>
                    <a:pt x="127991" y="45265"/>
                    <a:pt x="145289" y="47094"/>
                  </a:cubicBezTo>
                  <a:cubicBezTo>
                    <a:pt x="157832" y="48423"/>
                    <a:pt x="171445" y="46371"/>
                    <a:pt x="187441" y="36576"/>
                  </a:cubicBezTo>
                  <a:cubicBezTo>
                    <a:pt x="197771" y="30251"/>
                    <a:pt x="207531" y="28297"/>
                    <a:pt x="216389" y="28101"/>
                  </a:cubicBezTo>
                  <a:cubicBezTo>
                    <a:pt x="239780" y="27575"/>
                    <a:pt x="259514" y="40671"/>
                    <a:pt x="279033" y="32294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5"/>
            <p:cNvSpPr/>
            <p:nvPr/>
          </p:nvSpPr>
          <p:spPr>
            <a:xfrm rot="5400000">
              <a:off x="-3839689" y="151846"/>
              <a:ext cx="10699590" cy="2715499"/>
            </a:xfrm>
            <a:custGeom>
              <a:rect b="b" l="l" r="r" t="t"/>
              <a:pathLst>
                <a:path extrusionOk="0" fill="none" h="71012" w="279801">
                  <a:moveTo>
                    <a:pt x="1" y="26121"/>
                  </a:moveTo>
                  <a:cubicBezTo>
                    <a:pt x="1" y="26121"/>
                    <a:pt x="23080" y="0"/>
                    <a:pt x="66489" y="8163"/>
                  </a:cubicBezTo>
                  <a:cubicBezTo>
                    <a:pt x="114717" y="17236"/>
                    <a:pt x="138616" y="71011"/>
                    <a:pt x="188217" y="36746"/>
                  </a:cubicBezTo>
                  <a:cubicBezTo>
                    <a:pt x="225337" y="11098"/>
                    <a:pt x="254813" y="39440"/>
                    <a:pt x="279800" y="26683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5" name="Google Shape;665;p35"/>
          <p:cNvGrpSpPr/>
          <p:nvPr/>
        </p:nvGrpSpPr>
        <p:grpSpPr>
          <a:xfrm rot="-1967336">
            <a:off x="1516563" y="1424452"/>
            <a:ext cx="11522080" cy="5920905"/>
            <a:chOff x="1287053" y="-3034385"/>
            <a:chExt cx="11523056" cy="5921406"/>
          </a:xfrm>
        </p:grpSpPr>
        <p:grpSp>
          <p:nvGrpSpPr>
            <p:cNvPr id="666" name="Google Shape;666;p35"/>
            <p:cNvGrpSpPr/>
            <p:nvPr/>
          </p:nvGrpSpPr>
          <p:grpSpPr>
            <a:xfrm>
              <a:off x="1287053" y="-3030034"/>
              <a:ext cx="11523056" cy="5917055"/>
              <a:chOff x="1287053" y="-3030034"/>
              <a:chExt cx="11523056" cy="5917055"/>
            </a:xfrm>
          </p:grpSpPr>
          <p:sp>
            <p:nvSpPr>
              <p:cNvPr id="667" name="Google Shape;667;p35"/>
              <p:cNvSpPr/>
              <p:nvPr/>
            </p:nvSpPr>
            <p:spPr>
              <a:xfrm flipH="1" rot="1626522">
                <a:off x="2622604" y="-2076704"/>
                <a:ext cx="8851954" cy="4073117"/>
              </a:xfrm>
              <a:custGeom>
                <a:rect b="b" l="l" r="r" t="t"/>
                <a:pathLst>
                  <a:path extrusionOk="0" fill="none" h="79933" w="112460">
                    <a:moveTo>
                      <a:pt x="1" y="0"/>
                    </a:moveTo>
                    <a:cubicBezTo>
                      <a:pt x="9493" y="1677"/>
                      <a:pt x="14997" y="11053"/>
                      <a:pt x="17245" y="19644"/>
                    </a:cubicBezTo>
                    <a:cubicBezTo>
                      <a:pt x="19850" y="29573"/>
                      <a:pt x="17459" y="40760"/>
                      <a:pt x="22750" y="49967"/>
                    </a:cubicBezTo>
                    <a:cubicBezTo>
                      <a:pt x="28307" y="59637"/>
                      <a:pt x="40601" y="64936"/>
                      <a:pt x="51199" y="66577"/>
                    </a:cubicBezTo>
                    <a:cubicBezTo>
                      <a:pt x="58023" y="67639"/>
                      <a:pt x="65374" y="66863"/>
                      <a:pt x="72306" y="67443"/>
                    </a:cubicBezTo>
                    <a:cubicBezTo>
                      <a:pt x="83939" y="68406"/>
                      <a:pt x="95117" y="71056"/>
                      <a:pt x="105367" y="76765"/>
                    </a:cubicBezTo>
                    <a:cubicBezTo>
                      <a:pt x="107642" y="78032"/>
                      <a:pt x="109908" y="79433"/>
                      <a:pt x="112460" y="79932"/>
                    </a:cubicBezTo>
                  </a:path>
                </a:pathLst>
              </a:custGeom>
              <a:noFill/>
              <a:ln cap="flat" cmpd="sng" w="28575">
                <a:solidFill>
                  <a:schemeClr val="lt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35"/>
              <p:cNvSpPr/>
              <p:nvPr/>
            </p:nvSpPr>
            <p:spPr>
              <a:xfrm flipH="1" rot="1626522">
                <a:off x="2648113" y="-2120576"/>
                <a:ext cx="8670050" cy="4066289"/>
              </a:xfrm>
              <a:custGeom>
                <a:rect b="b" l="l" r="r" t="t"/>
                <a:pathLst>
                  <a:path extrusionOk="0" fill="none" h="79799" w="110149">
                    <a:moveTo>
                      <a:pt x="110149" y="79798"/>
                    </a:moveTo>
                    <a:cubicBezTo>
                      <a:pt x="107704" y="79219"/>
                      <a:pt x="105519" y="77791"/>
                      <a:pt x="103315" y="76507"/>
                    </a:cubicBezTo>
                    <a:cubicBezTo>
                      <a:pt x="101281" y="75311"/>
                      <a:pt x="99194" y="74250"/>
                      <a:pt x="97071" y="73304"/>
                    </a:cubicBezTo>
                    <a:cubicBezTo>
                      <a:pt x="89791" y="70066"/>
                      <a:pt x="82021" y="68246"/>
                      <a:pt x="74027" y="67318"/>
                    </a:cubicBezTo>
                    <a:cubicBezTo>
                      <a:pt x="73002" y="67202"/>
                      <a:pt x="71976" y="67095"/>
                      <a:pt x="70941" y="67006"/>
                    </a:cubicBezTo>
                    <a:cubicBezTo>
                      <a:pt x="64116" y="66408"/>
                      <a:pt x="56899" y="67095"/>
                      <a:pt x="50182" y="65989"/>
                    </a:cubicBezTo>
                    <a:cubicBezTo>
                      <a:pt x="44847" y="65097"/>
                      <a:pt x="39119" y="63241"/>
                      <a:pt x="34177" y="60324"/>
                    </a:cubicBezTo>
                    <a:cubicBezTo>
                      <a:pt x="29244" y="57416"/>
                      <a:pt x="25149" y="53499"/>
                      <a:pt x="22508" y="48620"/>
                    </a:cubicBezTo>
                    <a:cubicBezTo>
                      <a:pt x="17878" y="40038"/>
                      <a:pt x="19502" y="29859"/>
                      <a:pt x="17459" y="20616"/>
                    </a:cubicBezTo>
                    <a:cubicBezTo>
                      <a:pt x="17334" y="20072"/>
                      <a:pt x="17200" y="19537"/>
                      <a:pt x="17058" y="19002"/>
                    </a:cubicBezTo>
                    <a:cubicBezTo>
                      <a:pt x="14747" y="10634"/>
                      <a:pt x="9261" y="1606"/>
                      <a:pt x="1" y="0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35"/>
              <p:cNvSpPr/>
              <p:nvPr/>
            </p:nvSpPr>
            <p:spPr>
              <a:xfrm flipH="1" rot="1626522">
                <a:off x="2673583" y="-2163828"/>
                <a:ext cx="8488855" cy="4058543"/>
              </a:xfrm>
              <a:custGeom>
                <a:rect b="b" l="l" r="r" t="t"/>
                <a:pathLst>
                  <a:path extrusionOk="0" fill="none" h="79647" w="107847">
                    <a:moveTo>
                      <a:pt x="107847" y="79647"/>
                    </a:moveTo>
                    <a:cubicBezTo>
                      <a:pt x="105501" y="78995"/>
                      <a:pt x="103404" y="77550"/>
                      <a:pt x="101281" y="76239"/>
                    </a:cubicBezTo>
                    <a:cubicBezTo>
                      <a:pt x="99310" y="75026"/>
                      <a:pt x="97293" y="73937"/>
                      <a:pt x="95215" y="72974"/>
                    </a:cubicBezTo>
                    <a:cubicBezTo>
                      <a:pt x="88131" y="69673"/>
                      <a:pt x="80477" y="67835"/>
                      <a:pt x="72618" y="66890"/>
                    </a:cubicBezTo>
                    <a:cubicBezTo>
                      <a:pt x="71610" y="66765"/>
                      <a:pt x="70602" y="66658"/>
                      <a:pt x="69585" y="66569"/>
                    </a:cubicBezTo>
                    <a:cubicBezTo>
                      <a:pt x="62858" y="65935"/>
                      <a:pt x="55766" y="66560"/>
                      <a:pt x="49173" y="65391"/>
                    </a:cubicBezTo>
                    <a:cubicBezTo>
                      <a:pt x="43803" y="64445"/>
                      <a:pt x="38093" y="62456"/>
                      <a:pt x="33303" y="59369"/>
                    </a:cubicBezTo>
                    <a:cubicBezTo>
                      <a:pt x="28530" y="56300"/>
                      <a:pt x="24774" y="52206"/>
                      <a:pt x="22276" y="47255"/>
                    </a:cubicBezTo>
                    <a:cubicBezTo>
                      <a:pt x="18003" y="38806"/>
                      <a:pt x="19395" y="28904"/>
                      <a:pt x="17289" y="19921"/>
                    </a:cubicBezTo>
                    <a:cubicBezTo>
                      <a:pt x="17165" y="19394"/>
                      <a:pt x="17022" y="18868"/>
                      <a:pt x="16870" y="18342"/>
                    </a:cubicBezTo>
                    <a:cubicBezTo>
                      <a:pt x="14506" y="10206"/>
                      <a:pt x="9038" y="1517"/>
                      <a:pt x="0" y="0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35"/>
              <p:cNvSpPr/>
              <p:nvPr/>
            </p:nvSpPr>
            <p:spPr>
              <a:xfrm flipH="1" rot="1626522">
                <a:off x="2698774" y="-2207225"/>
                <a:ext cx="8307739" cy="4051256"/>
              </a:xfrm>
              <a:custGeom>
                <a:rect b="b" l="l" r="r" t="t"/>
                <a:pathLst>
                  <a:path extrusionOk="0" fill="none" h="79504" w="105546">
                    <a:moveTo>
                      <a:pt x="105545" y="79504"/>
                    </a:moveTo>
                    <a:cubicBezTo>
                      <a:pt x="103306" y="78772"/>
                      <a:pt x="101290" y="77309"/>
                      <a:pt x="99238" y="75980"/>
                    </a:cubicBezTo>
                    <a:cubicBezTo>
                      <a:pt x="97338" y="74749"/>
                      <a:pt x="95384" y="73634"/>
                      <a:pt x="93368" y="72644"/>
                    </a:cubicBezTo>
                    <a:cubicBezTo>
                      <a:pt x="86472" y="69280"/>
                      <a:pt x="78934" y="67434"/>
                      <a:pt x="71217" y="66461"/>
                    </a:cubicBezTo>
                    <a:cubicBezTo>
                      <a:pt x="70218" y="66337"/>
                      <a:pt x="69228" y="66221"/>
                      <a:pt x="68229" y="66122"/>
                    </a:cubicBezTo>
                    <a:cubicBezTo>
                      <a:pt x="61609" y="65471"/>
                      <a:pt x="54651" y="66006"/>
                      <a:pt x="48165" y="64793"/>
                    </a:cubicBezTo>
                    <a:cubicBezTo>
                      <a:pt x="42768" y="63785"/>
                      <a:pt x="37067" y="61680"/>
                      <a:pt x="32428" y="58415"/>
                    </a:cubicBezTo>
                    <a:cubicBezTo>
                      <a:pt x="27807" y="55176"/>
                      <a:pt x="24399" y="50903"/>
                      <a:pt x="22044" y="45899"/>
                    </a:cubicBezTo>
                    <a:cubicBezTo>
                      <a:pt x="18119" y="37584"/>
                      <a:pt x="19297" y="27958"/>
                      <a:pt x="17111" y="19216"/>
                    </a:cubicBezTo>
                    <a:cubicBezTo>
                      <a:pt x="16986" y="18707"/>
                      <a:pt x="16843" y="18199"/>
                      <a:pt x="16692" y="17690"/>
                    </a:cubicBezTo>
                    <a:cubicBezTo>
                      <a:pt x="14265" y="9777"/>
                      <a:pt x="8814" y="1436"/>
                      <a:pt x="0" y="0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35"/>
              <p:cNvSpPr/>
              <p:nvPr/>
            </p:nvSpPr>
            <p:spPr>
              <a:xfrm flipH="1" rot="1626522">
                <a:off x="2724055" y="-2250779"/>
                <a:ext cx="8125835" cy="4044021"/>
              </a:xfrm>
              <a:custGeom>
                <a:rect b="b" l="l" r="r" t="t"/>
                <a:pathLst>
                  <a:path extrusionOk="0" fill="none" h="79362" w="103235">
                    <a:moveTo>
                      <a:pt x="103234" y="79361"/>
                    </a:moveTo>
                    <a:cubicBezTo>
                      <a:pt x="101102" y="78549"/>
                      <a:pt x="99166" y="77068"/>
                      <a:pt x="97186" y="75712"/>
                    </a:cubicBezTo>
                    <a:cubicBezTo>
                      <a:pt x="95357" y="74464"/>
                      <a:pt x="93466" y="73331"/>
                      <a:pt x="91503" y="72323"/>
                    </a:cubicBezTo>
                    <a:cubicBezTo>
                      <a:pt x="84804" y="68879"/>
                      <a:pt x="77381" y="67023"/>
                      <a:pt x="69798" y="66024"/>
                    </a:cubicBezTo>
                    <a:cubicBezTo>
                      <a:pt x="68817" y="65899"/>
                      <a:pt x="67845" y="65783"/>
                      <a:pt x="66863" y="65685"/>
                    </a:cubicBezTo>
                    <a:cubicBezTo>
                      <a:pt x="60351" y="65007"/>
                      <a:pt x="53517" y="65453"/>
                      <a:pt x="47148" y="64195"/>
                    </a:cubicBezTo>
                    <a:cubicBezTo>
                      <a:pt x="41715" y="63125"/>
                      <a:pt x="36032" y="60895"/>
                      <a:pt x="31545" y="57460"/>
                    </a:cubicBezTo>
                    <a:cubicBezTo>
                      <a:pt x="27084" y="54052"/>
                      <a:pt x="24016" y="49610"/>
                      <a:pt x="21794" y="44543"/>
                    </a:cubicBezTo>
                    <a:cubicBezTo>
                      <a:pt x="18217" y="36362"/>
                      <a:pt x="19180" y="27004"/>
                      <a:pt x="16932" y="18520"/>
                    </a:cubicBezTo>
                    <a:cubicBezTo>
                      <a:pt x="16798" y="18020"/>
                      <a:pt x="16656" y="17530"/>
                      <a:pt x="16504" y="17039"/>
                    </a:cubicBezTo>
                    <a:cubicBezTo>
                      <a:pt x="14015" y="9349"/>
                      <a:pt x="8582" y="1347"/>
                      <a:pt x="0" y="0"/>
                    </a:cubicBezTo>
                  </a:path>
                </a:pathLst>
              </a:custGeom>
              <a:noFill/>
              <a:ln cap="flat" cmpd="sng" w="28575">
                <a:solidFill>
                  <a:schemeClr val="lt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35"/>
              <p:cNvSpPr/>
              <p:nvPr/>
            </p:nvSpPr>
            <p:spPr>
              <a:xfrm flipH="1" rot="1626522">
                <a:off x="2774360" y="-2338047"/>
                <a:ext cx="7763524" cy="4029447"/>
              </a:xfrm>
              <a:custGeom>
                <a:rect b="b" l="l" r="r" t="t"/>
                <a:pathLst>
                  <a:path extrusionOk="0" fill="none" h="79076" w="98632">
                    <a:moveTo>
                      <a:pt x="98632" y="79076"/>
                    </a:moveTo>
                    <a:cubicBezTo>
                      <a:pt x="96696" y="78112"/>
                      <a:pt x="94921" y="76596"/>
                      <a:pt x="93092" y="75195"/>
                    </a:cubicBezTo>
                    <a:cubicBezTo>
                      <a:pt x="91397" y="73902"/>
                      <a:pt x="89639" y="72724"/>
                      <a:pt x="87793" y="71671"/>
                    </a:cubicBezTo>
                    <a:cubicBezTo>
                      <a:pt x="81477" y="68103"/>
                      <a:pt x="74286" y="66212"/>
                      <a:pt x="66971" y="65177"/>
                    </a:cubicBezTo>
                    <a:cubicBezTo>
                      <a:pt x="66034" y="65043"/>
                      <a:pt x="65089" y="64918"/>
                      <a:pt x="64143" y="64811"/>
                    </a:cubicBezTo>
                    <a:cubicBezTo>
                      <a:pt x="57845" y="64080"/>
                      <a:pt x="51261" y="64356"/>
                      <a:pt x="45123" y="63009"/>
                    </a:cubicBezTo>
                    <a:cubicBezTo>
                      <a:pt x="39637" y="61805"/>
                      <a:pt x="33981" y="59334"/>
                      <a:pt x="29797" y="55560"/>
                    </a:cubicBezTo>
                    <a:cubicBezTo>
                      <a:pt x="25640" y="51813"/>
                      <a:pt x="23249" y="47049"/>
                      <a:pt x="21322" y="41831"/>
                    </a:cubicBezTo>
                    <a:cubicBezTo>
                      <a:pt x="18414" y="33953"/>
                      <a:pt x="18976" y="25104"/>
                      <a:pt x="16585" y="17128"/>
                    </a:cubicBezTo>
                    <a:cubicBezTo>
                      <a:pt x="16442" y="16664"/>
                      <a:pt x="16291" y="16201"/>
                      <a:pt x="16130" y="15746"/>
                    </a:cubicBezTo>
                    <a:cubicBezTo>
                      <a:pt x="13534" y="8502"/>
                      <a:pt x="8128" y="1195"/>
                      <a:pt x="1" y="0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35"/>
              <p:cNvSpPr/>
              <p:nvPr/>
            </p:nvSpPr>
            <p:spPr>
              <a:xfrm flipH="1" rot="1626522">
                <a:off x="2824816" y="-2424874"/>
                <a:ext cx="7401212" cy="4014975"/>
              </a:xfrm>
              <a:custGeom>
                <a:rect b="b" l="l" r="r" t="t"/>
                <a:pathLst>
                  <a:path extrusionOk="0" fill="none" h="78792" w="94029">
                    <a:moveTo>
                      <a:pt x="94028" y="78791"/>
                    </a:moveTo>
                    <a:cubicBezTo>
                      <a:pt x="92298" y="77676"/>
                      <a:pt x="90692" y="76106"/>
                      <a:pt x="89015" y="74670"/>
                    </a:cubicBezTo>
                    <a:cubicBezTo>
                      <a:pt x="87454" y="73332"/>
                      <a:pt x="85821" y="72109"/>
                      <a:pt x="84081" y="71021"/>
                    </a:cubicBezTo>
                    <a:cubicBezTo>
                      <a:pt x="78158" y="67319"/>
                      <a:pt x="71199" y="65401"/>
                      <a:pt x="64152" y="64312"/>
                    </a:cubicBezTo>
                    <a:cubicBezTo>
                      <a:pt x="63251" y="64179"/>
                      <a:pt x="62341" y="64045"/>
                      <a:pt x="61422" y="63929"/>
                    </a:cubicBezTo>
                    <a:cubicBezTo>
                      <a:pt x="55347" y="63153"/>
                      <a:pt x="49022" y="63251"/>
                      <a:pt x="43107" y="61815"/>
                    </a:cubicBezTo>
                    <a:cubicBezTo>
                      <a:pt x="37558" y="60467"/>
                      <a:pt x="31929" y="57773"/>
                      <a:pt x="28057" y="53661"/>
                    </a:cubicBezTo>
                    <a:cubicBezTo>
                      <a:pt x="24203" y="49575"/>
                      <a:pt x="22473" y="44481"/>
                      <a:pt x="20858" y="39111"/>
                    </a:cubicBezTo>
                    <a:cubicBezTo>
                      <a:pt x="18574" y="31546"/>
                      <a:pt x="18770" y="23204"/>
                      <a:pt x="16237" y="15738"/>
                    </a:cubicBezTo>
                    <a:cubicBezTo>
                      <a:pt x="16094" y="15300"/>
                      <a:pt x="15934" y="14863"/>
                      <a:pt x="15764" y="14435"/>
                    </a:cubicBezTo>
                    <a:cubicBezTo>
                      <a:pt x="13052" y="7646"/>
                      <a:pt x="7682" y="1027"/>
                      <a:pt x="1" y="1"/>
                    </a:cubicBezTo>
                  </a:path>
                </a:pathLst>
              </a:custGeom>
              <a:noFill/>
              <a:ln cap="flat" cmpd="sng" w="28575">
                <a:solidFill>
                  <a:schemeClr val="lt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35"/>
              <p:cNvSpPr/>
              <p:nvPr/>
            </p:nvSpPr>
            <p:spPr>
              <a:xfrm flipH="1" rot="1626522">
                <a:off x="2850325" y="-2468287"/>
                <a:ext cx="7219309" cy="4007230"/>
              </a:xfrm>
              <a:custGeom>
                <a:rect b="b" l="l" r="r" t="t"/>
                <a:pathLst>
                  <a:path extrusionOk="0" fill="none" h="78640" w="91718">
                    <a:moveTo>
                      <a:pt x="91718" y="78640"/>
                    </a:moveTo>
                    <a:cubicBezTo>
                      <a:pt x="90094" y="77453"/>
                      <a:pt x="88568" y="75865"/>
                      <a:pt x="86963" y="74402"/>
                    </a:cubicBezTo>
                    <a:cubicBezTo>
                      <a:pt x="85473" y="73046"/>
                      <a:pt x="83903" y="71797"/>
                      <a:pt x="82226" y="70691"/>
                    </a:cubicBezTo>
                    <a:cubicBezTo>
                      <a:pt x="76489" y="66926"/>
                      <a:pt x="69647" y="64990"/>
                      <a:pt x="62733" y="63884"/>
                    </a:cubicBezTo>
                    <a:cubicBezTo>
                      <a:pt x="61850" y="63741"/>
                      <a:pt x="60949" y="63608"/>
                      <a:pt x="60057" y="63492"/>
                    </a:cubicBezTo>
                    <a:cubicBezTo>
                      <a:pt x="54089" y="62689"/>
                      <a:pt x="47888" y="62689"/>
                      <a:pt x="42090" y="61217"/>
                    </a:cubicBezTo>
                    <a:cubicBezTo>
                      <a:pt x="36514" y="59798"/>
                      <a:pt x="30894" y="56988"/>
                      <a:pt x="27174" y="52706"/>
                    </a:cubicBezTo>
                    <a:cubicBezTo>
                      <a:pt x="23481" y="48451"/>
                      <a:pt x="22062" y="43205"/>
                      <a:pt x="20608" y="37746"/>
                    </a:cubicBezTo>
                    <a:cubicBezTo>
                      <a:pt x="18636" y="30350"/>
                      <a:pt x="18654" y="22250"/>
                      <a:pt x="16058" y="15033"/>
                    </a:cubicBezTo>
                    <a:cubicBezTo>
                      <a:pt x="15907" y="14614"/>
                      <a:pt x="15746" y="14194"/>
                      <a:pt x="15568" y="13784"/>
                    </a:cubicBezTo>
                    <a:cubicBezTo>
                      <a:pt x="12802" y="7218"/>
                      <a:pt x="7458" y="947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35"/>
              <p:cNvSpPr/>
              <p:nvPr/>
            </p:nvSpPr>
            <p:spPr>
              <a:xfrm flipH="1" rot="1626522">
                <a:off x="2875590" y="-2511666"/>
                <a:ext cx="7038114" cy="3999943"/>
              </a:xfrm>
              <a:custGeom>
                <a:rect b="b" l="l" r="r" t="t"/>
                <a:pathLst>
                  <a:path extrusionOk="0" fill="none" h="78497" w="89416">
                    <a:moveTo>
                      <a:pt x="89416" y="78497"/>
                    </a:moveTo>
                    <a:cubicBezTo>
                      <a:pt x="87899" y="77230"/>
                      <a:pt x="86454" y="75624"/>
                      <a:pt x="84920" y="74134"/>
                    </a:cubicBezTo>
                    <a:cubicBezTo>
                      <a:pt x="83501" y="72761"/>
                      <a:pt x="81994" y="71494"/>
                      <a:pt x="80370" y="70361"/>
                    </a:cubicBezTo>
                    <a:cubicBezTo>
                      <a:pt x="74830" y="66534"/>
                      <a:pt x="68095" y="64580"/>
                      <a:pt x="61332" y="63456"/>
                    </a:cubicBezTo>
                    <a:cubicBezTo>
                      <a:pt x="60458" y="63304"/>
                      <a:pt x="59575" y="63171"/>
                      <a:pt x="58701" y="63046"/>
                    </a:cubicBezTo>
                    <a:cubicBezTo>
                      <a:pt x="52840" y="62216"/>
                      <a:pt x="46773" y="62127"/>
                      <a:pt x="41082" y="60619"/>
                    </a:cubicBezTo>
                    <a:cubicBezTo>
                      <a:pt x="35479" y="59129"/>
                      <a:pt x="29868" y="56203"/>
                      <a:pt x="26299" y="51752"/>
                    </a:cubicBezTo>
                    <a:cubicBezTo>
                      <a:pt x="22758" y="47327"/>
                      <a:pt x="21660" y="41921"/>
                      <a:pt x="20376" y="36390"/>
                    </a:cubicBezTo>
                    <a:cubicBezTo>
                      <a:pt x="18699" y="29155"/>
                      <a:pt x="18556" y="21295"/>
                      <a:pt x="15889" y="14337"/>
                    </a:cubicBezTo>
                    <a:cubicBezTo>
                      <a:pt x="15728" y="13936"/>
                      <a:pt x="15567" y="13525"/>
                      <a:pt x="15389" y="13133"/>
                    </a:cubicBezTo>
                    <a:cubicBezTo>
                      <a:pt x="12570" y="6790"/>
                      <a:pt x="7235" y="857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35"/>
              <p:cNvSpPr/>
              <p:nvPr/>
            </p:nvSpPr>
            <p:spPr>
              <a:xfrm flipH="1" rot="1626522">
                <a:off x="2900997" y="-2555552"/>
                <a:ext cx="6856368" cy="3993166"/>
              </a:xfrm>
              <a:custGeom>
                <a:rect b="b" l="l" r="r" t="t"/>
                <a:pathLst>
                  <a:path extrusionOk="0" fill="none" h="78364" w="87107">
                    <a:moveTo>
                      <a:pt x="87106" y="78363"/>
                    </a:moveTo>
                    <a:cubicBezTo>
                      <a:pt x="85688" y="77016"/>
                      <a:pt x="84332" y="75392"/>
                      <a:pt x="82869" y="73885"/>
                    </a:cubicBezTo>
                    <a:cubicBezTo>
                      <a:pt x="81521" y="72484"/>
                      <a:pt x="80085" y="71191"/>
                      <a:pt x="78506" y="70049"/>
                    </a:cubicBezTo>
                    <a:cubicBezTo>
                      <a:pt x="73154" y="66150"/>
                      <a:pt x="66543" y="64179"/>
                      <a:pt x="59915" y="63028"/>
                    </a:cubicBezTo>
                    <a:cubicBezTo>
                      <a:pt x="59058" y="62885"/>
                      <a:pt x="58193" y="62742"/>
                      <a:pt x="57337" y="62617"/>
                    </a:cubicBezTo>
                    <a:cubicBezTo>
                      <a:pt x="51582" y="61761"/>
                      <a:pt x="45641" y="61574"/>
                      <a:pt x="40065" y="60030"/>
                    </a:cubicBezTo>
                    <a:cubicBezTo>
                      <a:pt x="34436" y="58469"/>
                      <a:pt x="28834" y="55436"/>
                      <a:pt x="25426" y="50806"/>
                    </a:cubicBezTo>
                    <a:cubicBezTo>
                      <a:pt x="22036" y="46221"/>
                      <a:pt x="21242" y="40654"/>
                      <a:pt x="20136" y="35034"/>
                    </a:cubicBezTo>
                    <a:cubicBezTo>
                      <a:pt x="18744" y="27977"/>
                      <a:pt x="18441" y="20350"/>
                      <a:pt x="15711" y="13650"/>
                    </a:cubicBezTo>
                    <a:cubicBezTo>
                      <a:pt x="15550" y="13258"/>
                      <a:pt x="15381" y="12865"/>
                      <a:pt x="15202" y="12481"/>
                    </a:cubicBezTo>
                    <a:cubicBezTo>
                      <a:pt x="12321" y="6371"/>
                      <a:pt x="7004" y="786"/>
                      <a:pt x="1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35"/>
              <p:cNvSpPr/>
              <p:nvPr/>
            </p:nvSpPr>
            <p:spPr>
              <a:xfrm flipH="1" rot="1626522">
                <a:off x="2951732" y="-2642184"/>
                <a:ext cx="6493978" cy="3978134"/>
              </a:xfrm>
              <a:custGeom>
                <a:rect b="b" l="l" r="r" t="t"/>
                <a:pathLst>
                  <a:path extrusionOk="0" fill="none" h="78069" w="82503">
                    <a:moveTo>
                      <a:pt x="82503" y="78069"/>
                    </a:moveTo>
                    <a:cubicBezTo>
                      <a:pt x="81298" y="76570"/>
                      <a:pt x="80094" y="74902"/>
                      <a:pt x="78782" y="73349"/>
                    </a:cubicBezTo>
                    <a:cubicBezTo>
                      <a:pt x="77578" y="71922"/>
                      <a:pt x="76267" y="70575"/>
                      <a:pt x="74804" y="69388"/>
                    </a:cubicBezTo>
                    <a:cubicBezTo>
                      <a:pt x="69835" y="65365"/>
                      <a:pt x="63456" y="63367"/>
                      <a:pt x="57095" y="62171"/>
                    </a:cubicBezTo>
                    <a:cubicBezTo>
                      <a:pt x="56275" y="62011"/>
                      <a:pt x="55445" y="61868"/>
                      <a:pt x="54615" y="61734"/>
                    </a:cubicBezTo>
                    <a:cubicBezTo>
                      <a:pt x="49084" y="60833"/>
                      <a:pt x="43402" y="60450"/>
                      <a:pt x="38058" y="58835"/>
                    </a:cubicBezTo>
                    <a:cubicBezTo>
                      <a:pt x="32366" y="57122"/>
                      <a:pt x="26782" y="53866"/>
                      <a:pt x="23677" y="48897"/>
                    </a:cubicBezTo>
                    <a:cubicBezTo>
                      <a:pt x="20599" y="43973"/>
                      <a:pt x="20394" y="38103"/>
                      <a:pt x="19672" y="32313"/>
                    </a:cubicBezTo>
                    <a:cubicBezTo>
                      <a:pt x="18824" y="25586"/>
                      <a:pt x="18235" y="18450"/>
                      <a:pt x="15363" y="12249"/>
                    </a:cubicBezTo>
                    <a:cubicBezTo>
                      <a:pt x="15193" y="11893"/>
                      <a:pt x="15024" y="11536"/>
                      <a:pt x="14836" y="11179"/>
                    </a:cubicBezTo>
                    <a:cubicBezTo>
                      <a:pt x="11839" y="5514"/>
                      <a:pt x="6558" y="616"/>
                      <a:pt x="1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35"/>
              <p:cNvSpPr/>
              <p:nvPr/>
            </p:nvSpPr>
            <p:spPr>
              <a:xfrm flipH="1" rot="1626522">
                <a:off x="2977036" y="-2685724"/>
                <a:ext cx="6312074" cy="3970847"/>
              </a:xfrm>
              <a:custGeom>
                <a:rect b="b" l="l" r="r" t="t"/>
                <a:pathLst>
                  <a:path extrusionOk="0" fill="none" h="77926" w="80192">
                    <a:moveTo>
                      <a:pt x="80192" y="77926"/>
                    </a:moveTo>
                    <a:cubicBezTo>
                      <a:pt x="79086" y="76347"/>
                      <a:pt x="77970" y="74661"/>
                      <a:pt x="76739" y="73091"/>
                    </a:cubicBezTo>
                    <a:cubicBezTo>
                      <a:pt x="75597" y="71637"/>
                      <a:pt x="74348" y="70272"/>
                      <a:pt x="72939" y="69067"/>
                    </a:cubicBezTo>
                    <a:cubicBezTo>
                      <a:pt x="68166" y="64973"/>
                      <a:pt x="61904" y="62956"/>
                      <a:pt x="55677" y="61743"/>
                    </a:cubicBezTo>
                    <a:cubicBezTo>
                      <a:pt x="54874" y="61583"/>
                      <a:pt x="54062" y="61431"/>
                      <a:pt x="53250" y="61297"/>
                    </a:cubicBezTo>
                    <a:cubicBezTo>
                      <a:pt x="47826" y="60360"/>
                      <a:pt x="42277" y="59879"/>
                      <a:pt x="37041" y="58237"/>
                    </a:cubicBezTo>
                    <a:cubicBezTo>
                      <a:pt x="31322" y="56444"/>
                      <a:pt x="25747" y="53081"/>
                      <a:pt x="22794" y="47942"/>
                    </a:cubicBezTo>
                    <a:cubicBezTo>
                      <a:pt x="19868" y="42848"/>
                      <a:pt x="19948" y="36827"/>
                      <a:pt x="19422" y="30957"/>
                    </a:cubicBezTo>
                    <a:cubicBezTo>
                      <a:pt x="18842" y="24391"/>
                      <a:pt x="18128" y="17495"/>
                      <a:pt x="15184" y="11554"/>
                    </a:cubicBezTo>
                    <a:cubicBezTo>
                      <a:pt x="15015" y="11206"/>
                      <a:pt x="14827" y="10867"/>
                      <a:pt x="14640" y="10528"/>
                    </a:cubicBezTo>
                    <a:cubicBezTo>
                      <a:pt x="11589" y="5086"/>
                      <a:pt x="6326" y="536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35"/>
              <p:cNvSpPr/>
              <p:nvPr/>
            </p:nvSpPr>
            <p:spPr>
              <a:xfrm flipH="1" rot="1626522">
                <a:off x="3002278" y="-2729117"/>
                <a:ext cx="6130879" cy="3963611"/>
              </a:xfrm>
              <a:custGeom>
                <a:rect b="b" l="l" r="r" t="t"/>
                <a:pathLst>
                  <a:path extrusionOk="0" fill="none" h="77784" w="77890">
                    <a:moveTo>
                      <a:pt x="77890" y="77783"/>
                    </a:moveTo>
                    <a:cubicBezTo>
                      <a:pt x="76891" y="76124"/>
                      <a:pt x="75856" y="74420"/>
                      <a:pt x="74696" y="72823"/>
                    </a:cubicBezTo>
                    <a:cubicBezTo>
                      <a:pt x="73626" y="71351"/>
                      <a:pt x="72439" y="69968"/>
                      <a:pt x="71083" y="68737"/>
                    </a:cubicBezTo>
                    <a:cubicBezTo>
                      <a:pt x="66507" y="64580"/>
                      <a:pt x="60360" y="62546"/>
                      <a:pt x="54267" y="61306"/>
                    </a:cubicBezTo>
                    <a:cubicBezTo>
                      <a:pt x="53482" y="61145"/>
                      <a:pt x="52688" y="60994"/>
                      <a:pt x="51894" y="60851"/>
                    </a:cubicBezTo>
                    <a:cubicBezTo>
                      <a:pt x="46577" y="59896"/>
                      <a:pt x="41153" y="59308"/>
                      <a:pt x="36032" y="57639"/>
                    </a:cubicBezTo>
                    <a:cubicBezTo>
                      <a:pt x="30287" y="55766"/>
                      <a:pt x="24730" y="52305"/>
                      <a:pt x="21928" y="46988"/>
                    </a:cubicBezTo>
                    <a:cubicBezTo>
                      <a:pt x="19154" y="41724"/>
                      <a:pt x="19502" y="35551"/>
                      <a:pt x="19190" y="29592"/>
                    </a:cubicBezTo>
                    <a:cubicBezTo>
                      <a:pt x="18859" y="23195"/>
                      <a:pt x="18021" y="16540"/>
                      <a:pt x="15014" y="10858"/>
                    </a:cubicBezTo>
                    <a:cubicBezTo>
                      <a:pt x="14836" y="10519"/>
                      <a:pt x="14649" y="10198"/>
                      <a:pt x="14461" y="9868"/>
                    </a:cubicBezTo>
                    <a:cubicBezTo>
                      <a:pt x="11348" y="4658"/>
                      <a:pt x="6102" y="447"/>
                      <a:pt x="0" y="1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892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0" name="Google Shape;680;p35"/>
            <p:cNvSpPr/>
            <p:nvPr/>
          </p:nvSpPr>
          <p:spPr>
            <a:xfrm flipH="1" rot="1626522">
              <a:off x="3027918" y="-2772880"/>
              <a:ext cx="5949054" cy="3956324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_1"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2" name="Google Shape;682;p36"/>
          <p:cNvGrpSpPr/>
          <p:nvPr/>
        </p:nvGrpSpPr>
        <p:grpSpPr>
          <a:xfrm rot="10596776">
            <a:off x="7295523" y="-87444"/>
            <a:ext cx="2812893" cy="5669592"/>
            <a:chOff x="-905700" y="-825164"/>
            <a:chExt cx="3021607" cy="3684906"/>
          </a:xfrm>
        </p:grpSpPr>
        <p:sp>
          <p:nvSpPr>
            <p:cNvPr id="683" name="Google Shape;683;p36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6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6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Medium"/>
              <a:buNone/>
              <a:defRPr sz="35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7"/>
          <p:cNvSpPr txBox="1"/>
          <p:nvPr>
            <p:ph idx="1" type="subTitle"/>
          </p:nvPr>
        </p:nvSpPr>
        <p:spPr>
          <a:xfrm>
            <a:off x="1200150" y="3850749"/>
            <a:ext cx="67437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 Donohoe</a:t>
            </a:r>
            <a:endParaRPr/>
          </a:p>
        </p:txBody>
      </p:sp>
      <p:sp>
        <p:nvSpPr>
          <p:cNvPr id="699" name="Google Shape;699;p37"/>
          <p:cNvSpPr txBox="1"/>
          <p:nvPr>
            <p:ph type="ctrTitle"/>
          </p:nvPr>
        </p:nvSpPr>
        <p:spPr>
          <a:xfrm>
            <a:off x="1200150" y="1273684"/>
            <a:ext cx="6743700" cy="22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Effects of Modeling Choices on Plantarflexor Power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8"/>
          <p:cNvSpPr/>
          <p:nvPr/>
        </p:nvSpPr>
        <p:spPr>
          <a:xfrm>
            <a:off x="593025" y="1546650"/>
            <a:ext cx="3514500" cy="2812200"/>
          </a:xfrm>
          <a:prstGeom prst="roundRect">
            <a:avLst>
              <a:gd fmla="val 17686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8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Scientific Problem</a:t>
            </a:r>
            <a:endParaRPr/>
          </a:p>
        </p:txBody>
      </p:sp>
      <p:pic>
        <p:nvPicPr>
          <p:cNvPr id="706" name="Google Shape;706;p38" title="images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8554" l="0" r="0" t="8554"/>
          <a:stretch/>
        </p:blipFill>
        <p:spPr>
          <a:xfrm>
            <a:off x="715973" y="1651350"/>
            <a:ext cx="3268500" cy="2602800"/>
          </a:xfrm>
          <a:prstGeom prst="roundRect">
            <a:avLst>
              <a:gd fmla="val 16667" name="adj"/>
            </a:avLst>
          </a:prstGeom>
        </p:spPr>
      </p:pic>
      <p:sp>
        <p:nvSpPr>
          <p:cNvPr id="707" name="Google Shape;707;p38"/>
          <p:cNvSpPr txBox="1"/>
          <p:nvPr>
            <p:ph idx="1" type="body"/>
          </p:nvPr>
        </p:nvSpPr>
        <p:spPr>
          <a:xfrm>
            <a:off x="4276625" y="1546650"/>
            <a:ext cx="4151400" cy="31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Accurate estimation of muscle fiber power in the plantarflexor muscles is essential for understanding push-off mechanics during gait and for designing effective assistive devices and prostheses.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this matters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Plantarflexors generate the largest mechanical power burst during walking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Errors in muscle modeling bias estimates of propulsion and metabolic cost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I</a:t>
            </a:r>
            <a:r>
              <a:rPr lang="en"/>
              <a:t>nfluences gait analysis, rehabilitation planning, and prosthesis tuning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9"/>
          <p:cNvSpPr txBox="1"/>
          <p:nvPr>
            <p:ph idx="2" type="subTitle"/>
          </p:nvPr>
        </p:nvSpPr>
        <p:spPr>
          <a:xfrm>
            <a:off x="3135760" y="2013426"/>
            <a:ext cx="37599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Soleus</a:t>
            </a:r>
            <a:endParaRPr/>
          </a:p>
        </p:txBody>
      </p:sp>
      <p:sp>
        <p:nvSpPr>
          <p:cNvPr id="713" name="Google Shape;713;p39"/>
          <p:cNvSpPr txBox="1"/>
          <p:nvPr>
            <p:ph type="ctrTitle"/>
          </p:nvPr>
        </p:nvSpPr>
        <p:spPr>
          <a:xfrm>
            <a:off x="713250" y="434567"/>
            <a:ext cx="77175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Muscles in Plantarflexor Muscles</a:t>
            </a:r>
            <a:endParaRPr/>
          </a:p>
        </p:txBody>
      </p:sp>
      <p:sp>
        <p:nvSpPr>
          <p:cNvPr id="714" name="Google Shape;714;p39"/>
          <p:cNvSpPr txBox="1"/>
          <p:nvPr>
            <p:ph idx="3" type="subTitle"/>
          </p:nvPr>
        </p:nvSpPr>
        <p:spPr>
          <a:xfrm>
            <a:off x="3135816" y="3330351"/>
            <a:ext cx="37599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Specifically the Gastrocnemius medial head </a:t>
            </a:r>
            <a:endParaRPr/>
          </a:p>
        </p:txBody>
      </p:sp>
      <p:sp>
        <p:nvSpPr>
          <p:cNvPr id="715" name="Google Shape;715;p39"/>
          <p:cNvSpPr txBox="1"/>
          <p:nvPr>
            <p:ph idx="4" type="subTitle"/>
          </p:nvPr>
        </p:nvSpPr>
        <p:spPr>
          <a:xfrm>
            <a:off x="3135760" y="2992693"/>
            <a:ext cx="37599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Gastrocnemius</a:t>
            </a:r>
            <a:endParaRPr/>
          </a:p>
        </p:txBody>
      </p:sp>
      <p:grpSp>
        <p:nvGrpSpPr>
          <p:cNvPr id="716" name="Google Shape;716;p39"/>
          <p:cNvGrpSpPr/>
          <p:nvPr/>
        </p:nvGrpSpPr>
        <p:grpSpPr>
          <a:xfrm>
            <a:off x="2248263" y="1820078"/>
            <a:ext cx="774000" cy="774000"/>
            <a:chOff x="2343188" y="1540525"/>
            <a:chExt cx="774000" cy="774000"/>
          </a:xfrm>
        </p:grpSpPr>
        <p:sp>
          <p:nvSpPr>
            <p:cNvPr id="717" name="Google Shape;717;p39"/>
            <p:cNvSpPr/>
            <p:nvPr/>
          </p:nvSpPr>
          <p:spPr>
            <a:xfrm>
              <a:off x="2420100" y="1617475"/>
              <a:ext cx="620100" cy="6201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9"/>
            <p:cNvSpPr/>
            <p:nvPr/>
          </p:nvSpPr>
          <p:spPr>
            <a:xfrm>
              <a:off x="2343188" y="1540525"/>
              <a:ext cx="774000" cy="774000"/>
            </a:xfrm>
            <a:prstGeom prst="ellipse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9" name="Google Shape;719;p39"/>
          <p:cNvGrpSpPr/>
          <p:nvPr/>
        </p:nvGrpSpPr>
        <p:grpSpPr>
          <a:xfrm>
            <a:off x="2248263" y="3065670"/>
            <a:ext cx="774000" cy="774000"/>
            <a:chOff x="2343188" y="1540525"/>
            <a:chExt cx="774000" cy="774000"/>
          </a:xfrm>
        </p:grpSpPr>
        <p:sp>
          <p:nvSpPr>
            <p:cNvPr id="720" name="Google Shape;720;p39"/>
            <p:cNvSpPr/>
            <p:nvPr/>
          </p:nvSpPr>
          <p:spPr>
            <a:xfrm>
              <a:off x="2420100" y="1617475"/>
              <a:ext cx="620100" cy="6201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9"/>
            <p:cNvSpPr/>
            <p:nvPr/>
          </p:nvSpPr>
          <p:spPr>
            <a:xfrm>
              <a:off x="2343188" y="1540525"/>
              <a:ext cx="774000" cy="774000"/>
            </a:xfrm>
            <a:prstGeom prst="ellipse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2" name="Google Shape;722;p39"/>
          <p:cNvGrpSpPr/>
          <p:nvPr/>
        </p:nvGrpSpPr>
        <p:grpSpPr>
          <a:xfrm>
            <a:off x="2523195" y="3259493"/>
            <a:ext cx="224140" cy="386363"/>
            <a:chOff x="7128645" y="3500484"/>
            <a:chExt cx="224140" cy="386363"/>
          </a:xfrm>
        </p:grpSpPr>
        <p:sp>
          <p:nvSpPr>
            <p:cNvPr id="723" name="Google Shape;723;p39"/>
            <p:cNvSpPr/>
            <p:nvPr/>
          </p:nvSpPr>
          <p:spPr>
            <a:xfrm>
              <a:off x="7128645" y="3500637"/>
              <a:ext cx="224140" cy="386210"/>
            </a:xfrm>
            <a:custGeom>
              <a:rect b="b" l="l" r="r" t="t"/>
              <a:pathLst>
                <a:path extrusionOk="0" h="12575" w="7298">
                  <a:moveTo>
                    <a:pt x="5424" y="1191"/>
                  </a:moveTo>
                  <a:cubicBezTo>
                    <a:pt x="6049" y="1815"/>
                    <a:pt x="6709" y="2725"/>
                    <a:pt x="6780" y="3742"/>
                  </a:cubicBezTo>
                  <a:cubicBezTo>
                    <a:pt x="6780" y="4242"/>
                    <a:pt x="6727" y="4742"/>
                    <a:pt x="6602" y="5241"/>
                  </a:cubicBezTo>
                  <a:lnTo>
                    <a:pt x="6013" y="7882"/>
                  </a:lnTo>
                  <a:cubicBezTo>
                    <a:pt x="5924" y="7008"/>
                    <a:pt x="5817" y="6115"/>
                    <a:pt x="5567" y="5277"/>
                  </a:cubicBezTo>
                  <a:cubicBezTo>
                    <a:pt x="5282" y="4260"/>
                    <a:pt x="5353" y="3653"/>
                    <a:pt x="5460" y="2922"/>
                  </a:cubicBezTo>
                  <a:cubicBezTo>
                    <a:pt x="5460" y="2832"/>
                    <a:pt x="5478" y="2743"/>
                    <a:pt x="5496" y="2654"/>
                  </a:cubicBezTo>
                  <a:cubicBezTo>
                    <a:pt x="5728" y="3368"/>
                    <a:pt x="5870" y="4278"/>
                    <a:pt x="5924" y="5366"/>
                  </a:cubicBezTo>
                  <a:cubicBezTo>
                    <a:pt x="5924" y="5473"/>
                    <a:pt x="5995" y="5544"/>
                    <a:pt x="6102" y="5544"/>
                  </a:cubicBezTo>
                  <a:cubicBezTo>
                    <a:pt x="6209" y="5544"/>
                    <a:pt x="6281" y="5455"/>
                    <a:pt x="6281" y="5348"/>
                  </a:cubicBezTo>
                  <a:cubicBezTo>
                    <a:pt x="6209" y="3832"/>
                    <a:pt x="5960" y="2636"/>
                    <a:pt x="5531" y="1815"/>
                  </a:cubicBezTo>
                  <a:cubicBezTo>
                    <a:pt x="5531" y="1583"/>
                    <a:pt x="5478" y="1387"/>
                    <a:pt x="5424" y="1191"/>
                  </a:cubicBezTo>
                  <a:close/>
                  <a:moveTo>
                    <a:pt x="4517" y="1"/>
                  </a:moveTo>
                  <a:cubicBezTo>
                    <a:pt x="4459" y="1"/>
                    <a:pt x="4405" y="29"/>
                    <a:pt x="4372" y="85"/>
                  </a:cubicBezTo>
                  <a:cubicBezTo>
                    <a:pt x="4300" y="174"/>
                    <a:pt x="4336" y="281"/>
                    <a:pt x="4407" y="334"/>
                  </a:cubicBezTo>
                  <a:lnTo>
                    <a:pt x="4425" y="334"/>
                  </a:lnTo>
                  <a:cubicBezTo>
                    <a:pt x="4514" y="406"/>
                    <a:pt x="5299" y="995"/>
                    <a:pt x="5157" y="2297"/>
                  </a:cubicBezTo>
                  <a:cubicBezTo>
                    <a:pt x="5139" y="2493"/>
                    <a:pt x="5121" y="2690"/>
                    <a:pt x="5085" y="2868"/>
                  </a:cubicBezTo>
                  <a:cubicBezTo>
                    <a:pt x="4996" y="3617"/>
                    <a:pt x="4907" y="4278"/>
                    <a:pt x="5228" y="5384"/>
                  </a:cubicBezTo>
                  <a:cubicBezTo>
                    <a:pt x="5496" y="6312"/>
                    <a:pt x="5585" y="7364"/>
                    <a:pt x="5692" y="8364"/>
                  </a:cubicBezTo>
                  <a:cubicBezTo>
                    <a:pt x="5728" y="8810"/>
                    <a:pt x="5781" y="9274"/>
                    <a:pt x="5835" y="9737"/>
                  </a:cubicBezTo>
                  <a:cubicBezTo>
                    <a:pt x="5852" y="9934"/>
                    <a:pt x="5870" y="10112"/>
                    <a:pt x="5906" y="10308"/>
                  </a:cubicBezTo>
                  <a:lnTo>
                    <a:pt x="6138" y="11486"/>
                  </a:lnTo>
                  <a:cubicBezTo>
                    <a:pt x="6156" y="11664"/>
                    <a:pt x="6120" y="11843"/>
                    <a:pt x="5995" y="11986"/>
                  </a:cubicBezTo>
                  <a:cubicBezTo>
                    <a:pt x="5888" y="12128"/>
                    <a:pt x="5710" y="12200"/>
                    <a:pt x="5531" y="12200"/>
                  </a:cubicBezTo>
                  <a:lnTo>
                    <a:pt x="607" y="12200"/>
                  </a:lnTo>
                  <a:cubicBezTo>
                    <a:pt x="482" y="12200"/>
                    <a:pt x="375" y="12093"/>
                    <a:pt x="375" y="11968"/>
                  </a:cubicBezTo>
                  <a:cubicBezTo>
                    <a:pt x="375" y="11843"/>
                    <a:pt x="464" y="11754"/>
                    <a:pt x="571" y="11736"/>
                  </a:cubicBezTo>
                  <a:lnTo>
                    <a:pt x="1338" y="11647"/>
                  </a:lnTo>
                  <a:cubicBezTo>
                    <a:pt x="1802" y="11611"/>
                    <a:pt x="2213" y="11415"/>
                    <a:pt x="2552" y="11111"/>
                  </a:cubicBezTo>
                  <a:cubicBezTo>
                    <a:pt x="2623" y="11040"/>
                    <a:pt x="2641" y="10915"/>
                    <a:pt x="2569" y="10844"/>
                  </a:cubicBezTo>
                  <a:cubicBezTo>
                    <a:pt x="2531" y="10805"/>
                    <a:pt x="2483" y="10788"/>
                    <a:pt x="2432" y="10788"/>
                  </a:cubicBezTo>
                  <a:cubicBezTo>
                    <a:pt x="2388" y="10788"/>
                    <a:pt x="2343" y="10801"/>
                    <a:pt x="2302" y="10826"/>
                  </a:cubicBezTo>
                  <a:cubicBezTo>
                    <a:pt x="2034" y="11094"/>
                    <a:pt x="1677" y="11254"/>
                    <a:pt x="1303" y="11290"/>
                  </a:cubicBezTo>
                  <a:lnTo>
                    <a:pt x="535" y="11379"/>
                  </a:lnTo>
                  <a:cubicBezTo>
                    <a:pt x="232" y="11415"/>
                    <a:pt x="0" y="11664"/>
                    <a:pt x="0" y="11968"/>
                  </a:cubicBezTo>
                  <a:cubicBezTo>
                    <a:pt x="0" y="12307"/>
                    <a:pt x="268" y="12574"/>
                    <a:pt x="607" y="12574"/>
                  </a:cubicBezTo>
                  <a:lnTo>
                    <a:pt x="5531" y="12574"/>
                  </a:lnTo>
                  <a:cubicBezTo>
                    <a:pt x="5835" y="12574"/>
                    <a:pt x="6102" y="12432"/>
                    <a:pt x="6281" y="12218"/>
                  </a:cubicBezTo>
                  <a:cubicBezTo>
                    <a:pt x="6477" y="11986"/>
                    <a:pt x="6548" y="11700"/>
                    <a:pt x="6495" y="11415"/>
                  </a:cubicBezTo>
                  <a:lnTo>
                    <a:pt x="6263" y="10237"/>
                  </a:lnTo>
                  <a:cubicBezTo>
                    <a:pt x="6138" y="9577"/>
                    <a:pt x="6156" y="8899"/>
                    <a:pt x="6299" y="8239"/>
                  </a:cubicBezTo>
                  <a:lnTo>
                    <a:pt x="6959" y="5330"/>
                  </a:lnTo>
                  <a:cubicBezTo>
                    <a:pt x="7298" y="3885"/>
                    <a:pt x="7173" y="2404"/>
                    <a:pt x="6620" y="1030"/>
                  </a:cubicBezTo>
                  <a:lnTo>
                    <a:pt x="6263" y="120"/>
                  </a:lnTo>
                  <a:cubicBezTo>
                    <a:pt x="6235" y="50"/>
                    <a:pt x="6163" y="2"/>
                    <a:pt x="6090" y="2"/>
                  </a:cubicBezTo>
                  <a:cubicBezTo>
                    <a:pt x="6070" y="2"/>
                    <a:pt x="6050" y="6"/>
                    <a:pt x="6031" y="13"/>
                  </a:cubicBezTo>
                  <a:cubicBezTo>
                    <a:pt x="5924" y="49"/>
                    <a:pt x="5888" y="156"/>
                    <a:pt x="5924" y="245"/>
                  </a:cubicBezTo>
                  <a:lnTo>
                    <a:pt x="6281" y="1155"/>
                  </a:lnTo>
                  <a:cubicBezTo>
                    <a:pt x="6406" y="1441"/>
                    <a:pt x="6495" y="1744"/>
                    <a:pt x="6566" y="2029"/>
                  </a:cubicBezTo>
                  <a:cubicBezTo>
                    <a:pt x="6370" y="1708"/>
                    <a:pt x="6120" y="1387"/>
                    <a:pt x="5835" y="1084"/>
                  </a:cubicBezTo>
                  <a:cubicBezTo>
                    <a:pt x="5246" y="459"/>
                    <a:pt x="4693" y="85"/>
                    <a:pt x="4621" y="31"/>
                  </a:cubicBezTo>
                  <a:cubicBezTo>
                    <a:pt x="4588" y="11"/>
                    <a:pt x="4552" y="1"/>
                    <a:pt x="45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9"/>
            <p:cNvSpPr/>
            <p:nvPr/>
          </p:nvSpPr>
          <p:spPr>
            <a:xfrm>
              <a:off x="7214117" y="3500484"/>
              <a:ext cx="46622" cy="327180"/>
            </a:xfrm>
            <a:custGeom>
              <a:rect b="b" l="l" r="r" t="t"/>
              <a:pathLst>
                <a:path extrusionOk="0" h="10653" w="1518">
                  <a:moveTo>
                    <a:pt x="732" y="0"/>
                  </a:moveTo>
                  <a:cubicBezTo>
                    <a:pt x="643" y="18"/>
                    <a:pt x="554" y="107"/>
                    <a:pt x="572" y="197"/>
                  </a:cubicBezTo>
                  <a:lnTo>
                    <a:pt x="1107" y="8690"/>
                  </a:lnTo>
                  <a:cubicBezTo>
                    <a:pt x="1142" y="9118"/>
                    <a:pt x="964" y="9528"/>
                    <a:pt x="661" y="9814"/>
                  </a:cubicBezTo>
                  <a:lnTo>
                    <a:pt x="90" y="10331"/>
                  </a:lnTo>
                  <a:cubicBezTo>
                    <a:pt x="18" y="10403"/>
                    <a:pt x="1" y="10510"/>
                    <a:pt x="72" y="10581"/>
                  </a:cubicBezTo>
                  <a:cubicBezTo>
                    <a:pt x="108" y="10635"/>
                    <a:pt x="161" y="10652"/>
                    <a:pt x="215" y="10652"/>
                  </a:cubicBezTo>
                  <a:cubicBezTo>
                    <a:pt x="250" y="10652"/>
                    <a:pt x="304" y="10635"/>
                    <a:pt x="340" y="10599"/>
                  </a:cubicBezTo>
                  <a:lnTo>
                    <a:pt x="911" y="10082"/>
                  </a:lnTo>
                  <a:cubicBezTo>
                    <a:pt x="1303" y="9725"/>
                    <a:pt x="1517" y="9207"/>
                    <a:pt x="1481" y="8672"/>
                  </a:cubicBezTo>
                  <a:lnTo>
                    <a:pt x="928" y="179"/>
                  </a:lnTo>
                  <a:cubicBezTo>
                    <a:pt x="928" y="72"/>
                    <a:pt x="839" y="0"/>
                    <a:pt x="7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5" name="Google Shape;725;p39"/>
          <p:cNvSpPr/>
          <p:nvPr/>
        </p:nvSpPr>
        <p:spPr>
          <a:xfrm>
            <a:off x="2575679" y="2026947"/>
            <a:ext cx="119175" cy="373312"/>
          </a:xfrm>
          <a:custGeom>
            <a:rect b="b" l="l" r="r" t="t"/>
            <a:pathLst>
              <a:path extrusionOk="0" h="12580" w="4016">
                <a:moveTo>
                  <a:pt x="768" y="1"/>
                </a:moveTo>
                <a:cubicBezTo>
                  <a:pt x="714" y="1"/>
                  <a:pt x="661" y="36"/>
                  <a:pt x="625" y="72"/>
                </a:cubicBezTo>
                <a:cubicBezTo>
                  <a:pt x="589" y="108"/>
                  <a:pt x="571" y="161"/>
                  <a:pt x="571" y="215"/>
                </a:cubicBezTo>
                <a:cubicBezTo>
                  <a:pt x="803" y="1821"/>
                  <a:pt x="571" y="2820"/>
                  <a:pt x="322" y="3783"/>
                </a:cubicBezTo>
                <a:cubicBezTo>
                  <a:pt x="161" y="4443"/>
                  <a:pt x="0" y="5086"/>
                  <a:pt x="0" y="5889"/>
                </a:cubicBezTo>
                <a:cubicBezTo>
                  <a:pt x="0" y="6817"/>
                  <a:pt x="232" y="7548"/>
                  <a:pt x="447" y="8173"/>
                </a:cubicBezTo>
                <a:cubicBezTo>
                  <a:pt x="607" y="8690"/>
                  <a:pt x="750" y="9136"/>
                  <a:pt x="750" y="9600"/>
                </a:cubicBezTo>
                <a:cubicBezTo>
                  <a:pt x="750" y="10100"/>
                  <a:pt x="589" y="10581"/>
                  <a:pt x="215" y="11099"/>
                </a:cubicBezTo>
                <a:cubicBezTo>
                  <a:pt x="161" y="11188"/>
                  <a:pt x="179" y="11295"/>
                  <a:pt x="268" y="11349"/>
                </a:cubicBezTo>
                <a:lnTo>
                  <a:pt x="910" y="11812"/>
                </a:lnTo>
                <a:cubicBezTo>
                  <a:pt x="946" y="11830"/>
                  <a:pt x="982" y="11848"/>
                  <a:pt x="1017" y="11848"/>
                </a:cubicBezTo>
                <a:cubicBezTo>
                  <a:pt x="1017" y="11848"/>
                  <a:pt x="1035" y="11848"/>
                  <a:pt x="1053" y="11830"/>
                </a:cubicBezTo>
                <a:cubicBezTo>
                  <a:pt x="1089" y="11830"/>
                  <a:pt x="1142" y="11795"/>
                  <a:pt x="1160" y="11759"/>
                </a:cubicBezTo>
                <a:cubicBezTo>
                  <a:pt x="1464" y="11349"/>
                  <a:pt x="1660" y="10938"/>
                  <a:pt x="1785" y="10510"/>
                </a:cubicBezTo>
                <a:lnTo>
                  <a:pt x="1785" y="10510"/>
                </a:lnTo>
                <a:cubicBezTo>
                  <a:pt x="1767" y="10671"/>
                  <a:pt x="1749" y="10831"/>
                  <a:pt x="1749" y="11010"/>
                </a:cubicBezTo>
                <a:lnTo>
                  <a:pt x="1749" y="12383"/>
                </a:lnTo>
                <a:cubicBezTo>
                  <a:pt x="1749" y="12491"/>
                  <a:pt x="1838" y="12580"/>
                  <a:pt x="1945" y="12580"/>
                </a:cubicBezTo>
                <a:lnTo>
                  <a:pt x="2927" y="12580"/>
                </a:lnTo>
                <a:cubicBezTo>
                  <a:pt x="2980" y="12580"/>
                  <a:pt x="3034" y="12544"/>
                  <a:pt x="3069" y="12491"/>
                </a:cubicBezTo>
                <a:cubicBezTo>
                  <a:pt x="3105" y="12455"/>
                  <a:pt x="3123" y="12383"/>
                  <a:pt x="3105" y="12330"/>
                </a:cubicBezTo>
                <a:cubicBezTo>
                  <a:pt x="3105" y="12330"/>
                  <a:pt x="2909" y="11723"/>
                  <a:pt x="2909" y="11010"/>
                </a:cubicBezTo>
                <a:cubicBezTo>
                  <a:pt x="2909" y="10224"/>
                  <a:pt x="3087" y="9743"/>
                  <a:pt x="3301" y="9207"/>
                </a:cubicBezTo>
                <a:cubicBezTo>
                  <a:pt x="3426" y="8851"/>
                  <a:pt x="3587" y="8440"/>
                  <a:pt x="3694" y="7905"/>
                </a:cubicBezTo>
                <a:cubicBezTo>
                  <a:pt x="4015" y="6388"/>
                  <a:pt x="3837" y="5318"/>
                  <a:pt x="3605" y="4051"/>
                </a:cubicBezTo>
                <a:cubicBezTo>
                  <a:pt x="3426" y="3016"/>
                  <a:pt x="3212" y="1821"/>
                  <a:pt x="3301" y="197"/>
                </a:cubicBezTo>
                <a:cubicBezTo>
                  <a:pt x="3301" y="143"/>
                  <a:pt x="3284" y="108"/>
                  <a:pt x="3248" y="54"/>
                </a:cubicBezTo>
                <a:cubicBezTo>
                  <a:pt x="3230" y="19"/>
                  <a:pt x="3176" y="1"/>
                  <a:pt x="3123" y="1"/>
                </a:cubicBezTo>
                <a:lnTo>
                  <a:pt x="2338" y="1"/>
                </a:lnTo>
                <a:cubicBezTo>
                  <a:pt x="2231" y="1"/>
                  <a:pt x="2159" y="90"/>
                  <a:pt x="2159" y="179"/>
                </a:cubicBezTo>
                <a:cubicBezTo>
                  <a:pt x="2142" y="1196"/>
                  <a:pt x="1981" y="1892"/>
                  <a:pt x="1820" y="2552"/>
                </a:cubicBezTo>
                <a:cubicBezTo>
                  <a:pt x="1588" y="3534"/>
                  <a:pt x="1374" y="4443"/>
                  <a:pt x="1606" y="6192"/>
                </a:cubicBezTo>
                <a:cubicBezTo>
                  <a:pt x="1622" y="6288"/>
                  <a:pt x="1696" y="6355"/>
                  <a:pt x="1788" y="6355"/>
                </a:cubicBezTo>
                <a:cubicBezTo>
                  <a:pt x="1799" y="6355"/>
                  <a:pt x="1809" y="6354"/>
                  <a:pt x="1820" y="6353"/>
                </a:cubicBezTo>
                <a:cubicBezTo>
                  <a:pt x="1910" y="6335"/>
                  <a:pt x="1981" y="6246"/>
                  <a:pt x="1963" y="6139"/>
                </a:cubicBezTo>
                <a:cubicBezTo>
                  <a:pt x="1749" y="4461"/>
                  <a:pt x="1963" y="3569"/>
                  <a:pt x="2177" y="2641"/>
                </a:cubicBezTo>
                <a:cubicBezTo>
                  <a:pt x="2195" y="2606"/>
                  <a:pt x="2195" y="2552"/>
                  <a:pt x="2213" y="2499"/>
                </a:cubicBezTo>
                <a:cubicBezTo>
                  <a:pt x="2284" y="3141"/>
                  <a:pt x="2374" y="3730"/>
                  <a:pt x="2463" y="4265"/>
                </a:cubicBezTo>
                <a:cubicBezTo>
                  <a:pt x="2677" y="5443"/>
                  <a:pt x="2837" y="6370"/>
                  <a:pt x="2570" y="7655"/>
                </a:cubicBezTo>
                <a:cubicBezTo>
                  <a:pt x="2534" y="7798"/>
                  <a:pt x="2498" y="7923"/>
                  <a:pt x="2463" y="8066"/>
                </a:cubicBezTo>
                <a:cubicBezTo>
                  <a:pt x="2427" y="8173"/>
                  <a:pt x="2498" y="8262"/>
                  <a:pt x="2588" y="8297"/>
                </a:cubicBezTo>
                <a:lnTo>
                  <a:pt x="2641" y="8297"/>
                </a:lnTo>
                <a:cubicBezTo>
                  <a:pt x="2713" y="8297"/>
                  <a:pt x="2802" y="8244"/>
                  <a:pt x="2820" y="8173"/>
                </a:cubicBezTo>
                <a:cubicBezTo>
                  <a:pt x="2855" y="8030"/>
                  <a:pt x="2891" y="7887"/>
                  <a:pt x="2927" y="7744"/>
                </a:cubicBezTo>
                <a:cubicBezTo>
                  <a:pt x="3212" y="6388"/>
                  <a:pt x="3052" y="5407"/>
                  <a:pt x="2837" y="4194"/>
                </a:cubicBezTo>
                <a:cubicBezTo>
                  <a:pt x="2677" y="3266"/>
                  <a:pt x="2498" y="2177"/>
                  <a:pt x="2498" y="875"/>
                </a:cubicBezTo>
                <a:cubicBezTo>
                  <a:pt x="2498" y="768"/>
                  <a:pt x="2516" y="536"/>
                  <a:pt x="2516" y="375"/>
                </a:cubicBezTo>
                <a:lnTo>
                  <a:pt x="2927" y="375"/>
                </a:lnTo>
                <a:cubicBezTo>
                  <a:pt x="2855" y="1946"/>
                  <a:pt x="3069" y="3105"/>
                  <a:pt x="3248" y="4122"/>
                </a:cubicBezTo>
                <a:cubicBezTo>
                  <a:pt x="3462" y="5336"/>
                  <a:pt x="3640" y="6388"/>
                  <a:pt x="3337" y="7816"/>
                </a:cubicBezTo>
                <a:cubicBezTo>
                  <a:pt x="3230" y="8333"/>
                  <a:pt x="3087" y="8708"/>
                  <a:pt x="2944" y="9065"/>
                </a:cubicBezTo>
                <a:cubicBezTo>
                  <a:pt x="2748" y="9636"/>
                  <a:pt x="2552" y="10153"/>
                  <a:pt x="2552" y="11010"/>
                </a:cubicBezTo>
                <a:cubicBezTo>
                  <a:pt x="2552" y="11509"/>
                  <a:pt x="2623" y="11937"/>
                  <a:pt x="2695" y="12205"/>
                </a:cubicBezTo>
                <a:lnTo>
                  <a:pt x="2124" y="12205"/>
                </a:lnTo>
                <a:lnTo>
                  <a:pt x="2124" y="11010"/>
                </a:lnTo>
                <a:cubicBezTo>
                  <a:pt x="2124" y="10082"/>
                  <a:pt x="2338" y="9493"/>
                  <a:pt x="2552" y="8922"/>
                </a:cubicBezTo>
                <a:lnTo>
                  <a:pt x="2570" y="8904"/>
                </a:lnTo>
                <a:cubicBezTo>
                  <a:pt x="2605" y="8815"/>
                  <a:pt x="2552" y="8708"/>
                  <a:pt x="2463" y="8672"/>
                </a:cubicBezTo>
                <a:cubicBezTo>
                  <a:pt x="2436" y="8663"/>
                  <a:pt x="2410" y="8659"/>
                  <a:pt x="2386" y="8659"/>
                </a:cubicBezTo>
                <a:cubicBezTo>
                  <a:pt x="2314" y="8659"/>
                  <a:pt x="2258" y="8699"/>
                  <a:pt x="2231" y="8779"/>
                </a:cubicBezTo>
                <a:lnTo>
                  <a:pt x="2213" y="8797"/>
                </a:lnTo>
                <a:cubicBezTo>
                  <a:pt x="2106" y="9100"/>
                  <a:pt x="1981" y="9404"/>
                  <a:pt x="1910" y="9761"/>
                </a:cubicBezTo>
                <a:cubicBezTo>
                  <a:pt x="1910" y="9689"/>
                  <a:pt x="1910" y="9636"/>
                  <a:pt x="1910" y="9582"/>
                </a:cubicBezTo>
                <a:cubicBezTo>
                  <a:pt x="1910" y="8940"/>
                  <a:pt x="1713" y="8351"/>
                  <a:pt x="1553" y="7834"/>
                </a:cubicBezTo>
                <a:cubicBezTo>
                  <a:pt x="1356" y="7245"/>
                  <a:pt x="1160" y="6638"/>
                  <a:pt x="1160" y="5889"/>
                </a:cubicBezTo>
                <a:cubicBezTo>
                  <a:pt x="1160" y="5800"/>
                  <a:pt x="1089" y="5710"/>
                  <a:pt x="982" y="5710"/>
                </a:cubicBezTo>
                <a:cubicBezTo>
                  <a:pt x="875" y="5710"/>
                  <a:pt x="803" y="5800"/>
                  <a:pt x="803" y="5889"/>
                </a:cubicBezTo>
                <a:cubicBezTo>
                  <a:pt x="803" y="6692"/>
                  <a:pt x="1000" y="7334"/>
                  <a:pt x="1196" y="7941"/>
                </a:cubicBezTo>
                <a:cubicBezTo>
                  <a:pt x="1356" y="8458"/>
                  <a:pt x="1535" y="8993"/>
                  <a:pt x="1535" y="9582"/>
                </a:cubicBezTo>
                <a:cubicBezTo>
                  <a:pt x="1535" y="10207"/>
                  <a:pt x="1356" y="10795"/>
                  <a:pt x="964" y="11402"/>
                </a:cubicBezTo>
                <a:lnTo>
                  <a:pt x="625" y="11152"/>
                </a:lnTo>
                <a:cubicBezTo>
                  <a:pt x="1392" y="9939"/>
                  <a:pt x="1125" y="9065"/>
                  <a:pt x="803" y="8066"/>
                </a:cubicBezTo>
                <a:cubicBezTo>
                  <a:pt x="607" y="7459"/>
                  <a:pt x="375" y="6763"/>
                  <a:pt x="375" y="5889"/>
                </a:cubicBezTo>
                <a:cubicBezTo>
                  <a:pt x="375" y="5122"/>
                  <a:pt x="536" y="4515"/>
                  <a:pt x="678" y="3873"/>
                </a:cubicBezTo>
                <a:cubicBezTo>
                  <a:pt x="928" y="2909"/>
                  <a:pt x="1160" y="1928"/>
                  <a:pt x="964" y="375"/>
                </a:cubicBezTo>
                <a:lnTo>
                  <a:pt x="1374" y="375"/>
                </a:lnTo>
                <a:lnTo>
                  <a:pt x="1428" y="1089"/>
                </a:lnTo>
                <a:cubicBezTo>
                  <a:pt x="1446" y="1196"/>
                  <a:pt x="1535" y="1267"/>
                  <a:pt x="1624" y="1267"/>
                </a:cubicBezTo>
                <a:cubicBezTo>
                  <a:pt x="1731" y="1250"/>
                  <a:pt x="1803" y="1160"/>
                  <a:pt x="1803" y="1071"/>
                </a:cubicBezTo>
                <a:lnTo>
                  <a:pt x="1731" y="179"/>
                </a:lnTo>
                <a:cubicBezTo>
                  <a:pt x="1731" y="72"/>
                  <a:pt x="1642" y="1"/>
                  <a:pt x="155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0"/>
          <p:cNvSpPr txBox="1"/>
          <p:nvPr>
            <p:ph idx="1" type="subTitle"/>
          </p:nvPr>
        </p:nvSpPr>
        <p:spPr>
          <a:xfrm>
            <a:off x="829500" y="1744125"/>
            <a:ext cx="7601400" cy="19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Aim: Determine how sensitive predicted plantarflexor fiber power is to modeling assumptions in tendon compliance and optimal fiber length.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Hypothesis: Variations in tendon compliance (±1 SD in tendon slack length) and muscle morphology (±1 SD in Fmax, Lopt, Lts, pennation) will significantly alter predicted plantarflexor fiber power, with tendon compliance changes primarily affecting fiber velocity and optimal fiber length changes affecting force production capacity.</a:t>
            </a:r>
            <a:endParaRPr/>
          </a:p>
        </p:txBody>
      </p:sp>
      <p:sp>
        <p:nvSpPr>
          <p:cNvPr id="731" name="Google Shape;731;p40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Aims of the Project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1"/>
          <p:cNvSpPr txBox="1"/>
          <p:nvPr>
            <p:ph idx="4294967295"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Dynamics</a:t>
            </a:r>
            <a:endParaRPr/>
          </a:p>
        </p:txBody>
      </p:sp>
      <p:pic>
        <p:nvPicPr>
          <p:cNvPr id="737" name="Google Shape;737;p41" title="Screenshot 2025-12-03 1246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775" y="1414959"/>
            <a:ext cx="741045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41"/>
          <p:cNvSpPr txBox="1"/>
          <p:nvPr/>
        </p:nvSpPr>
        <p:spPr>
          <a:xfrm>
            <a:off x="3257250" y="4105333"/>
            <a:ext cx="26295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Hill Type Muscle Model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2"/>
          <p:cNvSpPr txBox="1"/>
          <p:nvPr>
            <p:ph idx="1" type="subTitle"/>
          </p:nvPr>
        </p:nvSpPr>
        <p:spPr>
          <a:xfrm>
            <a:off x="1568244" y="1801992"/>
            <a:ext cx="2619900" cy="6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Walking data, coordinates, generalized forces</a:t>
            </a:r>
            <a:endParaRPr/>
          </a:p>
        </p:txBody>
      </p:sp>
      <p:sp>
        <p:nvSpPr>
          <p:cNvPr id="744" name="Google Shape;744;p42"/>
          <p:cNvSpPr txBox="1"/>
          <p:nvPr>
            <p:ph idx="4" type="title"/>
          </p:nvPr>
        </p:nvSpPr>
        <p:spPr>
          <a:xfrm>
            <a:off x="1568219" y="2997721"/>
            <a:ext cx="2619900" cy="7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Lab 4 Static Optimization Framework</a:t>
            </a:r>
            <a:endParaRPr sz="2500"/>
          </a:p>
        </p:txBody>
      </p:sp>
      <p:sp>
        <p:nvSpPr>
          <p:cNvPr id="745" name="Google Shape;745;p42"/>
          <p:cNvSpPr txBox="1"/>
          <p:nvPr>
            <p:ph type="title"/>
          </p:nvPr>
        </p:nvSpPr>
        <p:spPr>
          <a:xfrm>
            <a:off x="1568219" y="951779"/>
            <a:ext cx="2619900" cy="7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Rajagopal2016Model</a:t>
            </a:r>
            <a:endParaRPr sz="2500"/>
          </a:p>
        </p:txBody>
      </p:sp>
      <p:sp>
        <p:nvSpPr>
          <p:cNvPr id="746" name="Google Shape;746;p42"/>
          <p:cNvSpPr txBox="1"/>
          <p:nvPr>
            <p:ph idx="2" type="title"/>
          </p:nvPr>
        </p:nvSpPr>
        <p:spPr>
          <a:xfrm>
            <a:off x="4955868" y="951179"/>
            <a:ext cx="2619900" cy="74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Matlab</a:t>
            </a:r>
            <a:endParaRPr sz="2500"/>
          </a:p>
        </p:txBody>
      </p:sp>
      <p:sp>
        <p:nvSpPr>
          <p:cNvPr id="747" name="Google Shape;747;p42"/>
          <p:cNvSpPr txBox="1"/>
          <p:nvPr>
            <p:ph idx="3" type="subTitle"/>
          </p:nvPr>
        </p:nvSpPr>
        <p:spPr>
          <a:xfrm>
            <a:off x="4955868" y="1699367"/>
            <a:ext cx="2619900" cy="6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used to run optimization and results</a:t>
            </a:r>
            <a:endParaRPr/>
          </a:p>
        </p:txBody>
      </p:sp>
      <p:sp>
        <p:nvSpPr>
          <p:cNvPr id="748" name="Google Shape;748;p42"/>
          <p:cNvSpPr txBox="1"/>
          <p:nvPr>
            <p:ph idx="5" type="subTitle"/>
          </p:nvPr>
        </p:nvSpPr>
        <p:spPr>
          <a:xfrm>
            <a:off x="1568244" y="3820134"/>
            <a:ext cx="2619900" cy="6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Already in place optimtimization code</a:t>
            </a:r>
            <a:endParaRPr/>
          </a:p>
        </p:txBody>
      </p:sp>
      <p:sp>
        <p:nvSpPr>
          <p:cNvPr id="749" name="Google Shape;749;p42"/>
          <p:cNvSpPr txBox="1"/>
          <p:nvPr>
            <p:ph idx="7" type="subTitle"/>
          </p:nvPr>
        </p:nvSpPr>
        <p:spPr>
          <a:xfrm>
            <a:off x="4955868" y="3821209"/>
            <a:ext cx="2619900" cy="6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Muscle specific STD values (Soleus and Gasmed)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(Rajagopal et al. 2016)</a:t>
            </a:r>
            <a:endParaRPr/>
          </a:p>
        </p:txBody>
      </p:sp>
      <p:sp>
        <p:nvSpPr>
          <p:cNvPr id="750" name="Google Shape;750;p42"/>
          <p:cNvSpPr txBox="1"/>
          <p:nvPr>
            <p:ph idx="4294967295" type="ctrTitle"/>
          </p:nvPr>
        </p:nvSpPr>
        <p:spPr>
          <a:xfrm>
            <a:off x="683375" y="122247"/>
            <a:ext cx="77175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Used</a:t>
            </a:r>
            <a:endParaRPr/>
          </a:p>
        </p:txBody>
      </p:sp>
      <p:sp>
        <p:nvSpPr>
          <p:cNvPr id="751" name="Google Shape;751;p42"/>
          <p:cNvSpPr txBox="1"/>
          <p:nvPr>
            <p:ph idx="6" type="title"/>
          </p:nvPr>
        </p:nvSpPr>
        <p:spPr>
          <a:xfrm>
            <a:off x="4955868" y="2997121"/>
            <a:ext cx="2619900" cy="74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Musculotendon Parameters</a:t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6" name="Google Shape;756;p43"/>
          <p:cNvGrpSpPr/>
          <p:nvPr/>
        </p:nvGrpSpPr>
        <p:grpSpPr>
          <a:xfrm>
            <a:off x="-595872" y="2318103"/>
            <a:ext cx="10336121" cy="794623"/>
            <a:chOff x="80650" y="2722550"/>
            <a:chExt cx="8030550" cy="617375"/>
          </a:xfrm>
        </p:grpSpPr>
        <p:sp>
          <p:nvSpPr>
            <p:cNvPr id="757" name="Google Shape;757;p43"/>
            <p:cNvSpPr/>
            <p:nvPr/>
          </p:nvSpPr>
          <p:spPr>
            <a:xfrm>
              <a:off x="81100" y="2722550"/>
              <a:ext cx="8014950" cy="569200"/>
            </a:xfrm>
            <a:custGeom>
              <a:rect b="b" l="l" r="r" t="t"/>
              <a:pathLst>
                <a:path extrusionOk="0" fill="none" h="22768" w="320598">
                  <a:moveTo>
                    <a:pt x="0" y="22768"/>
                  </a:moveTo>
                  <a:cubicBezTo>
                    <a:pt x="18271" y="15524"/>
                    <a:pt x="45874" y="10670"/>
                    <a:pt x="69158" y="8886"/>
                  </a:cubicBezTo>
                  <a:cubicBezTo>
                    <a:pt x="98938" y="6585"/>
                    <a:pt x="117173" y="9047"/>
                    <a:pt x="136086" y="12098"/>
                  </a:cubicBezTo>
                  <a:cubicBezTo>
                    <a:pt x="152716" y="14792"/>
                    <a:pt x="173288" y="16559"/>
                    <a:pt x="199196" y="13722"/>
                  </a:cubicBezTo>
                  <a:cubicBezTo>
                    <a:pt x="214291" y="12062"/>
                    <a:pt x="229439" y="8173"/>
                    <a:pt x="243731" y="5353"/>
                  </a:cubicBezTo>
                  <a:cubicBezTo>
                    <a:pt x="258879" y="2356"/>
                    <a:pt x="274581" y="1035"/>
                    <a:pt x="289051" y="465"/>
                  </a:cubicBezTo>
                  <a:cubicBezTo>
                    <a:pt x="301309" y="1"/>
                    <a:pt x="312425" y="554"/>
                    <a:pt x="320597" y="1553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43"/>
            <p:cNvSpPr/>
            <p:nvPr/>
          </p:nvSpPr>
          <p:spPr>
            <a:xfrm>
              <a:off x="89125" y="2831400"/>
              <a:ext cx="7821350" cy="508525"/>
            </a:xfrm>
            <a:custGeom>
              <a:rect b="b" l="l" r="r" t="t"/>
              <a:pathLst>
                <a:path extrusionOk="0" fill="none" h="20341" w="312854">
                  <a:moveTo>
                    <a:pt x="1" y="20341"/>
                  </a:moveTo>
                  <a:cubicBezTo>
                    <a:pt x="17968" y="13186"/>
                    <a:pt x="45178" y="8493"/>
                    <a:pt x="67999" y="6780"/>
                  </a:cubicBezTo>
                  <a:cubicBezTo>
                    <a:pt x="97207" y="4604"/>
                    <a:pt x="114675" y="7066"/>
                    <a:pt x="132678" y="10278"/>
                  </a:cubicBezTo>
                  <a:cubicBezTo>
                    <a:pt x="149718" y="13293"/>
                    <a:pt x="171129" y="15309"/>
                    <a:pt x="198304" y="12437"/>
                  </a:cubicBezTo>
                  <a:cubicBezTo>
                    <a:pt x="212703" y="10920"/>
                    <a:pt x="227209" y="7316"/>
                    <a:pt x="240858" y="4746"/>
                  </a:cubicBezTo>
                  <a:cubicBezTo>
                    <a:pt x="255454" y="2016"/>
                    <a:pt x="270442" y="874"/>
                    <a:pt x="284341" y="393"/>
                  </a:cubicBezTo>
                  <a:cubicBezTo>
                    <a:pt x="295564" y="0"/>
                    <a:pt x="305788" y="553"/>
                    <a:pt x="312854" y="1535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43"/>
            <p:cNvSpPr/>
            <p:nvPr/>
          </p:nvSpPr>
          <p:spPr>
            <a:xfrm>
              <a:off x="80650" y="2991525"/>
              <a:ext cx="8030550" cy="332350"/>
            </a:xfrm>
            <a:custGeom>
              <a:rect b="b" l="l" r="r" t="t"/>
              <a:pathLst>
                <a:path extrusionOk="0" fill="none" h="13294" w="321222">
                  <a:moveTo>
                    <a:pt x="1" y="11741"/>
                  </a:moveTo>
                  <a:cubicBezTo>
                    <a:pt x="18557" y="5318"/>
                    <a:pt x="46356" y="1696"/>
                    <a:pt x="69712" y="964"/>
                  </a:cubicBezTo>
                  <a:cubicBezTo>
                    <a:pt x="99563" y="1"/>
                    <a:pt x="117673" y="3266"/>
                    <a:pt x="136425" y="7173"/>
                  </a:cubicBezTo>
                  <a:cubicBezTo>
                    <a:pt x="152912" y="10617"/>
                    <a:pt x="173378" y="13293"/>
                    <a:pt x="199392" y="11616"/>
                  </a:cubicBezTo>
                  <a:cubicBezTo>
                    <a:pt x="214558" y="10635"/>
                    <a:pt x="229867" y="7423"/>
                    <a:pt x="244266" y="5246"/>
                  </a:cubicBezTo>
                  <a:cubicBezTo>
                    <a:pt x="259540" y="2945"/>
                    <a:pt x="275277" y="2320"/>
                    <a:pt x="289765" y="2409"/>
                  </a:cubicBezTo>
                  <a:cubicBezTo>
                    <a:pt x="302041" y="2481"/>
                    <a:pt x="313103" y="3534"/>
                    <a:pt x="321222" y="489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0" name="Google Shape;760;p43"/>
          <p:cNvSpPr txBox="1"/>
          <p:nvPr>
            <p:ph type="title"/>
          </p:nvPr>
        </p:nvSpPr>
        <p:spPr>
          <a:xfrm>
            <a:off x="772625" y="223275"/>
            <a:ext cx="7598700" cy="10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Simulation Workflow</a:t>
            </a:r>
            <a:endParaRPr sz="4600"/>
          </a:p>
        </p:txBody>
      </p:sp>
      <p:sp>
        <p:nvSpPr>
          <p:cNvPr id="761" name="Google Shape;761;p43"/>
          <p:cNvSpPr txBox="1"/>
          <p:nvPr/>
        </p:nvSpPr>
        <p:spPr>
          <a:xfrm>
            <a:off x="434625" y="1774600"/>
            <a:ext cx="17502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1. </a:t>
            </a:r>
            <a:r>
              <a:rPr lang="en" sz="15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Compute Kinematics &amp; </a:t>
            </a:r>
            <a:r>
              <a:rPr lang="en" sz="15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Generalized</a:t>
            </a:r>
            <a:r>
              <a:rPr lang="en" sz="15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Forces</a:t>
            </a:r>
            <a:endParaRPr sz="15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62" name="Google Shape;762;p43"/>
          <p:cNvSpPr txBox="1"/>
          <p:nvPr/>
        </p:nvSpPr>
        <p:spPr>
          <a:xfrm>
            <a:off x="3128825" y="1855300"/>
            <a:ext cx="15981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2. Static Optimization</a:t>
            </a:r>
            <a:endParaRPr sz="15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63" name="Google Shape;763;p43"/>
          <p:cNvSpPr txBox="1"/>
          <p:nvPr/>
        </p:nvSpPr>
        <p:spPr>
          <a:xfrm>
            <a:off x="422675" y="3029100"/>
            <a:ext cx="1433700" cy="14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- </a:t>
            </a: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Run OpenSim AnalyzeTool → joint angles &amp; speeds</a:t>
            </a:r>
            <a:endParaRPr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- </a:t>
            </a: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Run Inverse Dynamics → joint moments</a:t>
            </a:r>
            <a:endParaRPr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64" name="Google Shape;764;p43"/>
          <p:cNvSpPr txBox="1"/>
          <p:nvPr/>
        </p:nvSpPr>
        <p:spPr>
          <a:xfrm>
            <a:off x="3006413" y="3163575"/>
            <a:ext cx="1842900" cy="14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-  </a:t>
            </a: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Uses Millard2012 muscles with tendon compliance and activation dynamics disabled (static optimization)</a:t>
            </a:r>
            <a:endParaRPr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ssistant"/>
              <a:buChar char="-"/>
            </a:pP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Tendon slack length (Lts) variations still affect muscle operating length and force-length-velocity multipliers</a:t>
            </a:r>
            <a:endParaRPr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65" name="Google Shape;765;p43"/>
          <p:cNvSpPr txBox="1"/>
          <p:nvPr/>
        </p:nvSpPr>
        <p:spPr>
          <a:xfrm>
            <a:off x="5829150" y="1735800"/>
            <a:ext cx="19413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3. Fiber Dynamics and Power Calculation</a:t>
            </a:r>
            <a:endParaRPr sz="15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66" name="Google Shape;766;p43"/>
          <p:cNvSpPr txBox="1"/>
          <p:nvPr/>
        </p:nvSpPr>
        <p:spPr>
          <a:xfrm>
            <a:off x="5829150" y="3163575"/>
            <a:ext cx="2192400" cy="14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- </a:t>
            </a: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Extract fiber force and fiber velocity</a:t>
            </a:r>
            <a:endParaRPr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- </a:t>
            </a: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Compute fiber power = force × velocity</a:t>
            </a:r>
            <a:endParaRPr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- </a:t>
            </a: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Repeat for baseline, +SD morphology, –SD morphology, altered tendon compliance, altered optimal fiber length</a:t>
            </a:r>
            <a:endParaRPr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44"/>
          <p:cNvSpPr txBox="1"/>
          <p:nvPr>
            <p:ph idx="1" type="subTitle"/>
          </p:nvPr>
        </p:nvSpPr>
        <p:spPr>
          <a:xfrm>
            <a:off x="829500" y="1366409"/>
            <a:ext cx="7601400" cy="19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+1 SD Morphology</a:t>
            </a:r>
            <a:endParaRPr sz="2000"/>
          </a:p>
          <a:p>
            <a:pPr indent="-355600" lvl="1" marL="914400" rtl="0" algn="ctr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Fmax, optimal fiber length (Lopt), tendon slack length (Lts), and pennation angle increased by +1 SD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–1 SD Morphology</a:t>
            </a:r>
            <a:endParaRPr sz="2000"/>
          </a:p>
          <a:p>
            <a:pPr indent="-355600" lvl="1" marL="914400" rtl="0" algn="ctr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Same parameters decreased by –1 SD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+1 SD Tendon Compliance</a:t>
            </a:r>
            <a:endParaRPr sz="2000"/>
          </a:p>
          <a:p>
            <a:pPr indent="-355600" lvl="1" marL="914400" rtl="0" algn="ctr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Tendon slack length increased by +1 SD (more compliant tendon)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–1 SD Tendon Compliance</a:t>
            </a:r>
            <a:endParaRPr sz="2000"/>
          </a:p>
          <a:p>
            <a:pPr indent="-355600" lvl="1" marL="914400" rtl="0" algn="ctr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Tendon slack length decreased by –1 SD (stiffer tendon)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72" name="Google Shape;772;p44"/>
          <p:cNvSpPr txBox="1"/>
          <p:nvPr>
            <p:ph type="ctrTitle"/>
          </p:nvPr>
        </p:nvSpPr>
        <p:spPr>
          <a:xfrm>
            <a:off x="713250" y="394295"/>
            <a:ext cx="77175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look into Modeling Variants Tested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5"/>
          <p:cNvSpPr txBox="1"/>
          <p:nvPr>
            <p:ph type="ctrTitle"/>
          </p:nvPr>
        </p:nvSpPr>
        <p:spPr>
          <a:xfrm>
            <a:off x="713250" y="-29635"/>
            <a:ext cx="77175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grpSp>
        <p:nvGrpSpPr>
          <p:cNvPr id="778" name="Google Shape;778;p45"/>
          <p:cNvGrpSpPr/>
          <p:nvPr/>
        </p:nvGrpSpPr>
        <p:grpSpPr>
          <a:xfrm>
            <a:off x="-596059" y="3994503"/>
            <a:ext cx="10336121" cy="794623"/>
            <a:chOff x="80650" y="2722550"/>
            <a:chExt cx="8030550" cy="617375"/>
          </a:xfrm>
        </p:grpSpPr>
        <p:sp>
          <p:nvSpPr>
            <p:cNvPr id="779" name="Google Shape;779;p45"/>
            <p:cNvSpPr/>
            <p:nvPr/>
          </p:nvSpPr>
          <p:spPr>
            <a:xfrm>
              <a:off x="81100" y="2722550"/>
              <a:ext cx="8014950" cy="569200"/>
            </a:xfrm>
            <a:custGeom>
              <a:rect b="b" l="l" r="r" t="t"/>
              <a:pathLst>
                <a:path extrusionOk="0" fill="none" h="22768" w="320598">
                  <a:moveTo>
                    <a:pt x="0" y="22768"/>
                  </a:moveTo>
                  <a:cubicBezTo>
                    <a:pt x="18271" y="15524"/>
                    <a:pt x="45874" y="10670"/>
                    <a:pt x="69158" y="8886"/>
                  </a:cubicBezTo>
                  <a:cubicBezTo>
                    <a:pt x="98938" y="6585"/>
                    <a:pt x="117173" y="9047"/>
                    <a:pt x="136086" y="12098"/>
                  </a:cubicBezTo>
                  <a:cubicBezTo>
                    <a:pt x="152716" y="14792"/>
                    <a:pt x="173288" y="16559"/>
                    <a:pt x="199196" y="13722"/>
                  </a:cubicBezTo>
                  <a:cubicBezTo>
                    <a:pt x="214291" y="12062"/>
                    <a:pt x="229439" y="8173"/>
                    <a:pt x="243731" y="5353"/>
                  </a:cubicBezTo>
                  <a:cubicBezTo>
                    <a:pt x="258879" y="2356"/>
                    <a:pt x="274581" y="1035"/>
                    <a:pt x="289051" y="465"/>
                  </a:cubicBezTo>
                  <a:cubicBezTo>
                    <a:pt x="301309" y="1"/>
                    <a:pt x="312425" y="554"/>
                    <a:pt x="320597" y="1553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45"/>
            <p:cNvSpPr/>
            <p:nvPr/>
          </p:nvSpPr>
          <p:spPr>
            <a:xfrm>
              <a:off x="89125" y="2831400"/>
              <a:ext cx="7821350" cy="508525"/>
            </a:xfrm>
            <a:custGeom>
              <a:rect b="b" l="l" r="r" t="t"/>
              <a:pathLst>
                <a:path extrusionOk="0" fill="none" h="20341" w="312854">
                  <a:moveTo>
                    <a:pt x="1" y="20341"/>
                  </a:moveTo>
                  <a:cubicBezTo>
                    <a:pt x="17968" y="13186"/>
                    <a:pt x="45178" y="8493"/>
                    <a:pt x="67999" y="6780"/>
                  </a:cubicBezTo>
                  <a:cubicBezTo>
                    <a:pt x="97207" y="4604"/>
                    <a:pt x="114675" y="7066"/>
                    <a:pt x="132678" y="10278"/>
                  </a:cubicBezTo>
                  <a:cubicBezTo>
                    <a:pt x="149718" y="13293"/>
                    <a:pt x="171129" y="15309"/>
                    <a:pt x="198304" y="12437"/>
                  </a:cubicBezTo>
                  <a:cubicBezTo>
                    <a:pt x="212703" y="10920"/>
                    <a:pt x="227209" y="7316"/>
                    <a:pt x="240858" y="4746"/>
                  </a:cubicBezTo>
                  <a:cubicBezTo>
                    <a:pt x="255454" y="2016"/>
                    <a:pt x="270442" y="874"/>
                    <a:pt x="284341" y="393"/>
                  </a:cubicBezTo>
                  <a:cubicBezTo>
                    <a:pt x="295564" y="0"/>
                    <a:pt x="305788" y="553"/>
                    <a:pt x="312854" y="1535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45"/>
            <p:cNvSpPr/>
            <p:nvPr/>
          </p:nvSpPr>
          <p:spPr>
            <a:xfrm>
              <a:off x="80650" y="2991525"/>
              <a:ext cx="8030550" cy="332350"/>
            </a:xfrm>
            <a:custGeom>
              <a:rect b="b" l="l" r="r" t="t"/>
              <a:pathLst>
                <a:path extrusionOk="0" fill="none" h="13294" w="321222">
                  <a:moveTo>
                    <a:pt x="1" y="11741"/>
                  </a:moveTo>
                  <a:cubicBezTo>
                    <a:pt x="18557" y="5318"/>
                    <a:pt x="46356" y="1696"/>
                    <a:pt x="69712" y="964"/>
                  </a:cubicBezTo>
                  <a:cubicBezTo>
                    <a:pt x="99563" y="1"/>
                    <a:pt x="117673" y="3266"/>
                    <a:pt x="136425" y="7173"/>
                  </a:cubicBezTo>
                  <a:cubicBezTo>
                    <a:pt x="152912" y="10617"/>
                    <a:pt x="173378" y="13293"/>
                    <a:pt x="199392" y="11616"/>
                  </a:cubicBezTo>
                  <a:cubicBezTo>
                    <a:pt x="214558" y="10635"/>
                    <a:pt x="229867" y="7423"/>
                    <a:pt x="244266" y="5246"/>
                  </a:cubicBezTo>
                  <a:cubicBezTo>
                    <a:pt x="259540" y="2945"/>
                    <a:pt x="275277" y="2320"/>
                    <a:pt x="289765" y="2409"/>
                  </a:cubicBezTo>
                  <a:cubicBezTo>
                    <a:pt x="302041" y="2481"/>
                    <a:pt x="313103" y="3534"/>
                    <a:pt x="321222" y="489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82" name="Google Shape;782;p45" title="Screenshot 2025-12-08 1453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0376" y="1339350"/>
            <a:ext cx="4419601" cy="2464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45" title="Screenshot 2025-12-08 1454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28654"/>
            <a:ext cx="4419600" cy="2486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6"/>
          <p:cNvSpPr txBox="1"/>
          <p:nvPr>
            <p:ph type="ctrTitle"/>
          </p:nvPr>
        </p:nvSpPr>
        <p:spPr>
          <a:xfrm>
            <a:off x="713250" y="-29635"/>
            <a:ext cx="77175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grpSp>
        <p:nvGrpSpPr>
          <p:cNvPr id="789" name="Google Shape;789;p46"/>
          <p:cNvGrpSpPr/>
          <p:nvPr/>
        </p:nvGrpSpPr>
        <p:grpSpPr>
          <a:xfrm>
            <a:off x="-596059" y="3994503"/>
            <a:ext cx="10336121" cy="794623"/>
            <a:chOff x="80650" y="2722550"/>
            <a:chExt cx="8030550" cy="617375"/>
          </a:xfrm>
        </p:grpSpPr>
        <p:sp>
          <p:nvSpPr>
            <p:cNvPr id="790" name="Google Shape;790;p46"/>
            <p:cNvSpPr/>
            <p:nvPr/>
          </p:nvSpPr>
          <p:spPr>
            <a:xfrm>
              <a:off x="81100" y="2722550"/>
              <a:ext cx="8014950" cy="569200"/>
            </a:xfrm>
            <a:custGeom>
              <a:rect b="b" l="l" r="r" t="t"/>
              <a:pathLst>
                <a:path extrusionOk="0" fill="none" h="22768" w="320598">
                  <a:moveTo>
                    <a:pt x="0" y="22768"/>
                  </a:moveTo>
                  <a:cubicBezTo>
                    <a:pt x="18271" y="15524"/>
                    <a:pt x="45874" y="10670"/>
                    <a:pt x="69158" y="8886"/>
                  </a:cubicBezTo>
                  <a:cubicBezTo>
                    <a:pt x="98938" y="6585"/>
                    <a:pt x="117173" y="9047"/>
                    <a:pt x="136086" y="12098"/>
                  </a:cubicBezTo>
                  <a:cubicBezTo>
                    <a:pt x="152716" y="14792"/>
                    <a:pt x="173288" y="16559"/>
                    <a:pt x="199196" y="13722"/>
                  </a:cubicBezTo>
                  <a:cubicBezTo>
                    <a:pt x="214291" y="12062"/>
                    <a:pt x="229439" y="8173"/>
                    <a:pt x="243731" y="5353"/>
                  </a:cubicBezTo>
                  <a:cubicBezTo>
                    <a:pt x="258879" y="2356"/>
                    <a:pt x="274581" y="1035"/>
                    <a:pt x="289051" y="465"/>
                  </a:cubicBezTo>
                  <a:cubicBezTo>
                    <a:pt x="301309" y="1"/>
                    <a:pt x="312425" y="554"/>
                    <a:pt x="320597" y="1553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46"/>
            <p:cNvSpPr/>
            <p:nvPr/>
          </p:nvSpPr>
          <p:spPr>
            <a:xfrm>
              <a:off x="89125" y="2831400"/>
              <a:ext cx="7821350" cy="508525"/>
            </a:xfrm>
            <a:custGeom>
              <a:rect b="b" l="l" r="r" t="t"/>
              <a:pathLst>
                <a:path extrusionOk="0" fill="none" h="20341" w="312854">
                  <a:moveTo>
                    <a:pt x="1" y="20341"/>
                  </a:moveTo>
                  <a:cubicBezTo>
                    <a:pt x="17968" y="13186"/>
                    <a:pt x="45178" y="8493"/>
                    <a:pt x="67999" y="6780"/>
                  </a:cubicBezTo>
                  <a:cubicBezTo>
                    <a:pt x="97207" y="4604"/>
                    <a:pt x="114675" y="7066"/>
                    <a:pt x="132678" y="10278"/>
                  </a:cubicBezTo>
                  <a:cubicBezTo>
                    <a:pt x="149718" y="13293"/>
                    <a:pt x="171129" y="15309"/>
                    <a:pt x="198304" y="12437"/>
                  </a:cubicBezTo>
                  <a:cubicBezTo>
                    <a:pt x="212703" y="10920"/>
                    <a:pt x="227209" y="7316"/>
                    <a:pt x="240858" y="4746"/>
                  </a:cubicBezTo>
                  <a:cubicBezTo>
                    <a:pt x="255454" y="2016"/>
                    <a:pt x="270442" y="874"/>
                    <a:pt x="284341" y="393"/>
                  </a:cubicBezTo>
                  <a:cubicBezTo>
                    <a:pt x="295564" y="0"/>
                    <a:pt x="305788" y="553"/>
                    <a:pt x="312854" y="1535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6"/>
            <p:cNvSpPr/>
            <p:nvPr/>
          </p:nvSpPr>
          <p:spPr>
            <a:xfrm>
              <a:off x="80650" y="2991525"/>
              <a:ext cx="8030550" cy="332350"/>
            </a:xfrm>
            <a:custGeom>
              <a:rect b="b" l="l" r="r" t="t"/>
              <a:pathLst>
                <a:path extrusionOk="0" fill="none" h="13294" w="321222">
                  <a:moveTo>
                    <a:pt x="1" y="11741"/>
                  </a:moveTo>
                  <a:cubicBezTo>
                    <a:pt x="18557" y="5318"/>
                    <a:pt x="46356" y="1696"/>
                    <a:pt x="69712" y="964"/>
                  </a:cubicBezTo>
                  <a:cubicBezTo>
                    <a:pt x="99563" y="1"/>
                    <a:pt x="117673" y="3266"/>
                    <a:pt x="136425" y="7173"/>
                  </a:cubicBezTo>
                  <a:cubicBezTo>
                    <a:pt x="152912" y="10617"/>
                    <a:pt x="173378" y="13293"/>
                    <a:pt x="199392" y="11616"/>
                  </a:cubicBezTo>
                  <a:cubicBezTo>
                    <a:pt x="214558" y="10635"/>
                    <a:pt x="229867" y="7423"/>
                    <a:pt x="244266" y="5246"/>
                  </a:cubicBezTo>
                  <a:cubicBezTo>
                    <a:pt x="259540" y="2945"/>
                    <a:pt x="275277" y="2320"/>
                    <a:pt x="289765" y="2409"/>
                  </a:cubicBezTo>
                  <a:cubicBezTo>
                    <a:pt x="302041" y="2481"/>
                    <a:pt x="313103" y="3534"/>
                    <a:pt x="321222" y="489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93" name="Google Shape;793;p46" title="Screenshot 2025-12-08 1750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6049" y="1151400"/>
            <a:ext cx="4613724" cy="258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46" title="Screenshot 2025-12-08 1751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25" y="1184675"/>
            <a:ext cx="4613727" cy="2520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7"/>
          <p:cNvSpPr txBox="1"/>
          <p:nvPr>
            <p:ph type="ctrTitle"/>
          </p:nvPr>
        </p:nvSpPr>
        <p:spPr>
          <a:xfrm>
            <a:off x="713250" y="-29635"/>
            <a:ext cx="77175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grpSp>
        <p:nvGrpSpPr>
          <p:cNvPr id="800" name="Google Shape;800;p47"/>
          <p:cNvGrpSpPr/>
          <p:nvPr/>
        </p:nvGrpSpPr>
        <p:grpSpPr>
          <a:xfrm>
            <a:off x="-596059" y="3994503"/>
            <a:ext cx="10336121" cy="794623"/>
            <a:chOff x="80650" y="2722550"/>
            <a:chExt cx="8030550" cy="617375"/>
          </a:xfrm>
        </p:grpSpPr>
        <p:sp>
          <p:nvSpPr>
            <p:cNvPr id="801" name="Google Shape;801;p47"/>
            <p:cNvSpPr/>
            <p:nvPr/>
          </p:nvSpPr>
          <p:spPr>
            <a:xfrm>
              <a:off x="81100" y="2722550"/>
              <a:ext cx="8014950" cy="569200"/>
            </a:xfrm>
            <a:custGeom>
              <a:rect b="b" l="l" r="r" t="t"/>
              <a:pathLst>
                <a:path extrusionOk="0" fill="none" h="22768" w="320598">
                  <a:moveTo>
                    <a:pt x="0" y="22768"/>
                  </a:moveTo>
                  <a:cubicBezTo>
                    <a:pt x="18271" y="15524"/>
                    <a:pt x="45874" y="10670"/>
                    <a:pt x="69158" y="8886"/>
                  </a:cubicBezTo>
                  <a:cubicBezTo>
                    <a:pt x="98938" y="6585"/>
                    <a:pt x="117173" y="9047"/>
                    <a:pt x="136086" y="12098"/>
                  </a:cubicBezTo>
                  <a:cubicBezTo>
                    <a:pt x="152716" y="14792"/>
                    <a:pt x="173288" y="16559"/>
                    <a:pt x="199196" y="13722"/>
                  </a:cubicBezTo>
                  <a:cubicBezTo>
                    <a:pt x="214291" y="12062"/>
                    <a:pt x="229439" y="8173"/>
                    <a:pt x="243731" y="5353"/>
                  </a:cubicBezTo>
                  <a:cubicBezTo>
                    <a:pt x="258879" y="2356"/>
                    <a:pt x="274581" y="1035"/>
                    <a:pt x="289051" y="465"/>
                  </a:cubicBezTo>
                  <a:cubicBezTo>
                    <a:pt x="301309" y="1"/>
                    <a:pt x="312425" y="554"/>
                    <a:pt x="320597" y="1553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47"/>
            <p:cNvSpPr/>
            <p:nvPr/>
          </p:nvSpPr>
          <p:spPr>
            <a:xfrm>
              <a:off x="89125" y="2831400"/>
              <a:ext cx="7821350" cy="508525"/>
            </a:xfrm>
            <a:custGeom>
              <a:rect b="b" l="l" r="r" t="t"/>
              <a:pathLst>
                <a:path extrusionOk="0" fill="none" h="20341" w="312854">
                  <a:moveTo>
                    <a:pt x="1" y="20341"/>
                  </a:moveTo>
                  <a:cubicBezTo>
                    <a:pt x="17968" y="13186"/>
                    <a:pt x="45178" y="8493"/>
                    <a:pt x="67999" y="6780"/>
                  </a:cubicBezTo>
                  <a:cubicBezTo>
                    <a:pt x="97207" y="4604"/>
                    <a:pt x="114675" y="7066"/>
                    <a:pt x="132678" y="10278"/>
                  </a:cubicBezTo>
                  <a:cubicBezTo>
                    <a:pt x="149718" y="13293"/>
                    <a:pt x="171129" y="15309"/>
                    <a:pt x="198304" y="12437"/>
                  </a:cubicBezTo>
                  <a:cubicBezTo>
                    <a:pt x="212703" y="10920"/>
                    <a:pt x="227209" y="7316"/>
                    <a:pt x="240858" y="4746"/>
                  </a:cubicBezTo>
                  <a:cubicBezTo>
                    <a:pt x="255454" y="2016"/>
                    <a:pt x="270442" y="874"/>
                    <a:pt x="284341" y="393"/>
                  </a:cubicBezTo>
                  <a:cubicBezTo>
                    <a:pt x="295564" y="0"/>
                    <a:pt x="305788" y="553"/>
                    <a:pt x="312854" y="1535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47"/>
            <p:cNvSpPr/>
            <p:nvPr/>
          </p:nvSpPr>
          <p:spPr>
            <a:xfrm>
              <a:off x="80650" y="2991525"/>
              <a:ext cx="8030550" cy="332350"/>
            </a:xfrm>
            <a:custGeom>
              <a:rect b="b" l="l" r="r" t="t"/>
              <a:pathLst>
                <a:path extrusionOk="0" fill="none" h="13294" w="321222">
                  <a:moveTo>
                    <a:pt x="1" y="11741"/>
                  </a:moveTo>
                  <a:cubicBezTo>
                    <a:pt x="18557" y="5318"/>
                    <a:pt x="46356" y="1696"/>
                    <a:pt x="69712" y="964"/>
                  </a:cubicBezTo>
                  <a:cubicBezTo>
                    <a:pt x="99563" y="1"/>
                    <a:pt x="117673" y="3266"/>
                    <a:pt x="136425" y="7173"/>
                  </a:cubicBezTo>
                  <a:cubicBezTo>
                    <a:pt x="152912" y="10617"/>
                    <a:pt x="173378" y="13293"/>
                    <a:pt x="199392" y="11616"/>
                  </a:cubicBezTo>
                  <a:cubicBezTo>
                    <a:pt x="214558" y="10635"/>
                    <a:pt x="229867" y="7423"/>
                    <a:pt x="244266" y="5246"/>
                  </a:cubicBezTo>
                  <a:cubicBezTo>
                    <a:pt x="259540" y="2945"/>
                    <a:pt x="275277" y="2320"/>
                    <a:pt x="289765" y="2409"/>
                  </a:cubicBezTo>
                  <a:cubicBezTo>
                    <a:pt x="302041" y="2481"/>
                    <a:pt x="313103" y="3534"/>
                    <a:pt x="321222" y="489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04" name="Google Shape;804;p47" title="Screenshot 2025-12-08 1752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113" y="672211"/>
            <a:ext cx="6873774" cy="379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8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grpSp>
        <p:nvGrpSpPr>
          <p:cNvPr id="810" name="Google Shape;810;p48"/>
          <p:cNvGrpSpPr/>
          <p:nvPr/>
        </p:nvGrpSpPr>
        <p:grpSpPr>
          <a:xfrm rot="3093458">
            <a:off x="-334869" y="-1913811"/>
            <a:ext cx="3021476" cy="4575202"/>
            <a:chOff x="-905700" y="-825164"/>
            <a:chExt cx="3021607" cy="3684906"/>
          </a:xfrm>
        </p:grpSpPr>
        <p:sp>
          <p:nvSpPr>
            <p:cNvPr id="811" name="Google Shape;811;p48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48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48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8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48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48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48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48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48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8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48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2" name="Google Shape;822;p48"/>
          <p:cNvSpPr txBox="1"/>
          <p:nvPr/>
        </p:nvSpPr>
        <p:spPr>
          <a:xfrm>
            <a:off x="1004625" y="1615075"/>
            <a:ext cx="7426200" cy="3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• Literature shows soleus and gastrocnemius fiber power peaks typically fall within ~100–150 W</a:t>
            </a:r>
            <a:endParaRPr sz="19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• Peak fiber power depends strongly on modeling assumptions such as tendon compliance and optimal fiber length</a:t>
            </a:r>
            <a:endParaRPr sz="19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• Improvement 1:  Enable tendon compliance dynamics to capture series elastic effects and muscle-tendon interaction during push-off</a:t>
            </a:r>
            <a:endParaRPr sz="19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• Improvement 2: Validate model predictions against subject-specific ultrasound or inverse-dynamics-based joint power</a:t>
            </a:r>
            <a:endParaRPr sz="19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• Future direction: Use individualized morphology o to quantify robustness and apply results to prosthesis     design</a:t>
            </a:r>
            <a:endParaRPr sz="19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823" name="Google Shape;823;p48"/>
          <p:cNvGrpSpPr/>
          <p:nvPr/>
        </p:nvGrpSpPr>
        <p:grpSpPr>
          <a:xfrm rot="-3316899">
            <a:off x="-1414181" y="2695366"/>
            <a:ext cx="3021380" cy="4575152"/>
            <a:chOff x="-905700" y="-825164"/>
            <a:chExt cx="3021607" cy="3684906"/>
          </a:xfrm>
        </p:grpSpPr>
        <p:sp>
          <p:nvSpPr>
            <p:cNvPr id="824" name="Google Shape;824;p48"/>
            <p:cNvSpPr/>
            <p:nvPr/>
          </p:nvSpPr>
          <p:spPr>
            <a:xfrm rot="-6034094">
              <a:off x="-998629" y="-158893"/>
              <a:ext cx="3309608" cy="2352364"/>
            </a:xfrm>
            <a:custGeom>
              <a:rect b="b" l="l" r="r" t="t"/>
              <a:pathLst>
                <a:path extrusionOk="0" fill="none" h="79933" w="112460">
                  <a:moveTo>
                    <a:pt x="1" y="0"/>
                  </a:moveTo>
                  <a:cubicBezTo>
                    <a:pt x="9493" y="1677"/>
                    <a:pt x="14997" y="11053"/>
                    <a:pt x="17245" y="19644"/>
                  </a:cubicBezTo>
                  <a:cubicBezTo>
                    <a:pt x="19850" y="29573"/>
                    <a:pt x="17459" y="40760"/>
                    <a:pt x="22750" y="49967"/>
                  </a:cubicBezTo>
                  <a:cubicBezTo>
                    <a:pt x="28307" y="59637"/>
                    <a:pt x="40601" y="64936"/>
                    <a:pt x="51199" y="66577"/>
                  </a:cubicBezTo>
                  <a:cubicBezTo>
                    <a:pt x="58023" y="67639"/>
                    <a:pt x="65374" y="66863"/>
                    <a:pt x="72306" y="67443"/>
                  </a:cubicBezTo>
                  <a:cubicBezTo>
                    <a:pt x="83939" y="68406"/>
                    <a:pt x="95117" y="71056"/>
                    <a:pt x="105367" y="76765"/>
                  </a:cubicBezTo>
                  <a:cubicBezTo>
                    <a:pt x="107642" y="78032"/>
                    <a:pt x="109908" y="79433"/>
                    <a:pt x="112460" y="79932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48"/>
            <p:cNvSpPr/>
            <p:nvPr/>
          </p:nvSpPr>
          <p:spPr>
            <a:xfrm rot="-6034094">
              <a:off x="-979372" y="-187954"/>
              <a:ext cx="3241597" cy="2348421"/>
            </a:xfrm>
            <a:custGeom>
              <a:rect b="b" l="l" r="r" t="t"/>
              <a:pathLst>
                <a:path extrusionOk="0" fill="none" h="79799" w="110149">
                  <a:moveTo>
                    <a:pt x="110149" y="79798"/>
                  </a:moveTo>
                  <a:cubicBezTo>
                    <a:pt x="107704" y="79219"/>
                    <a:pt x="105519" y="77791"/>
                    <a:pt x="103315" y="76507"/>
                  </a:cubicBezTo>
                  <a:cubicBezTo>
                    <a:pt x="101281" y="75311"/>
                    <a:pt x="99194" y="74250"/>
                    <a:pt x="97071" y="73304"/>
                  </a:cubicBezTo>
                  <a:cubicBezTo>
                    <a:pt x="89791" y="70066"/>
                    <a:pt x="82021" y="68246"/>
                    <a:pt x="74027" y="67318"/>
                  </a:cubicBezTo>
                  <a:cubicBezTo>
                    <a:pt x="73002" y="67202"/>
                    <a:pt x="71976" y="67095"/>
                    <a:pt x="70941" y="67006"/>
                  </a:cubicBezTo>
                  <a:cubicBezTo>
                    <a:pt x="64116" y="66408"/>
                    <a:pt x="56899" y="67095"/>
                    <a:pt x="50182" y="65989"/>
                  </a:cubicBezTo>
                  <a:cubicBezTo>
                    <a:pt x="44847" y="65097"/>
                    <a:pt x="39119" y="63241"/>
                    <a:pt x="34177" y="60324"/>
                  </a:cubicBezTo>
                  <a:cubicBezTo>
                    <a:pt x="29244" y="57416"/>
                    <a:pt x="25149" y="53499"/>
                    <a:pt x="22508" y="48620"/>
                  </a:cubicBezTo>
                  <a:cubicBezTo>
                    <a:pt x="17878" y="40038"/>
                    <a:pt x="19502" y="29859"/>
                    <a:pt x="17459" y="20616"/>
                  </a:cubicBezTo>
                  <a:cubicBezTo>
                    <a:pt x="17334" y="20072"/>
                    <a:pt x="17200" y="19537"/>
                    <a:pt x="17058" y="19002"/>
                  </a:cubicBezTo>
                  <a:cubicBezTo>
                    <a:pt x="14747" y="10634"/>
                    <a:pt x="9261" y="16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48"/>
            <p:cNvSpPr/>
            <p:nvPr/>
          </p:nvSpPr>
          <p:spPr>
            <a:xfrm rot="-6034094">
              <a:off x="-960223" y="-216620"/>
              <a:ext cx="3173851" cy="2343948"/>
            </a:xfrm>
            <a:custGeom>
              <a:rect b="b" l="l" r="r" t="t"/>
              <a:pathLst>
                <a:path extrusionOk="0" fill="none" h="79647" w="107847">
                  <a:moveTo>
                    <a:pt x="107847" y="79647"/>
                  </a:moveTo>
                  <a:cubicBezTo>
                    <a:pt x="105501" y="78995"/>
                    <a:pt x="103404" y="77550"/>
                    <a:pt x="101281" y="76239"/>
                  </a:cubicBezTo>
                  <a:cubicBezTo>
                    <a:pt x="99310" y="75026"/>
                    <a:pt x="97293" y="73937"/>
                    <a:pt x="95215" y="72974"/>
                  </a:cubicBezTo>
                  <a:cubicBezTo>
                    <a:pt x="88131" y="69673"/>
                    <a:pt x="80477" y="67835"/>
                    <a:pt x="72618" y="66890"/>
                  </a:cubicBezTo>
                  <a:cubicBezTo>
                    <a:pt x="71610" y="66765"/>
                    <a:pt x="70602" y="66658"/>
                    <a:pt x="69585" y="66569"/>
                  </a:cubicBezTo>
                  <a:cubicBezTo>
                    <a:pt x="62858" y="65935"/>
                    <a:pt x="55766" y="66560"/>
                    <a:pt x="49173" y="65391"/>
                  </a:cubicBezTo>
                  <a:cubicBezTo>
                    <a:pt x="43803" y="64445"/>
                    <a:pt x="38093" y="62456"/>
                    <a:pt x="33303" y="59369"/>
                  </a:cubicBezTo>
                  <a:cubicBezTo>
                    <a:pt x="28530" y="56300"/>
                    <a:pt x="24774" y="52206"/>
                    <a:pt x="22276" y="47255"/>
                  </a:cubicBezTo>
                  <a:cubicBezTo>
                    <a:pt x="18003" y="38806"/>
                    <a:pt x="19395" y="28904"/>
                    <a:pt x="17289" y="19921"/>
                  </a:cubicBezTo>
                  <a:cubicBezTo>
                    <a:pt x="17165" y="19394"/>
                    <a:pt x="17022" y="18868"/>
                    <a:pt x="16870" y="18342"/>
                  </a:cubicBezTo>
                  <a:cubicBezTo>
                    <a:pt x="14506" y="10206"/>
                    <a:pt x="9038" y="1517"/>
                    <a:pt x="0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48"/>
            <p:cNvSpPr/>
            <p:nvPr/>
          </p:nvSpPr>
          <p:spPr>
            <a:xfrm rot="-6034094">
              <a:off x="-902424" y="-303106"/>
              <a:ext cx="2970378" cy="2331116"/>
            </a:xfrm>
            <a:custGeom>
              <a:rect b="b" l="l" r="r" t="t"/>
              <a:pathLst>
                <a:path extrusionOk="0" fill="none" h="79211" w="100933">
                  <a:moveTo>
                    <a:pt x="100933" y="79211"/>
                  </a:moveTo>
                  <a:cubicBezTo>
                    <a:pt x="98899" y="78327"/>
                    <a:pt x="97043" y="76829"/>
                    <a:pt x="95143" y="75455"/>
                  </a:cubicBezTo>
                  <a:cubicBezTo>
                    <a:pt x="93386" y="74179"/>
                    <a:pt x="91557" y="73019"/>
                    <a:pt x="89648" y="71993"/>
                  </a:cubicBezTo>
                  <a:cubicBezTo>
                    <a:pt x="83144" y="68487"/>
                    <a:pt x="75838" y="66614"/>
                    <a:pt x="68389" y="65597"/>
                  </a:cubicBezTo>
                  <a:cubicBezTo>
                    <a:pt x="67434" y="65472"/>
                    <a:pt x="66471" y="65347"/>
                    <a:pt x="65507" y="65249"/>
                  </a:cubicBezTo>
                  <a:cubicBezTo>
                    <a:pt x="59102" y="64544"/>
                    <a:pt x="52393" y="64901"/>
                    <a:pt x="46140" y="63599"/>
                  </a:cubicBezTo>
                  <a:cubicBezTo>
                    <a:pt x="40680" y="62457"/>
                    <a:pt x="35006" y="60111"/>
                    <a:pt x="30679" y="56507"/>
                  </a:cubicBezTo>
                  <a:cubicBezTo>
                    <a:pt x="26362" y="52929"/>
                    <a:pt x="23641" y="48326"/>
                    <a:pt x="21562" y="43179"/>
                  </a:cubicBezTo>
                  <a:cubicBezTo>
                    <a:pt x="18324" y="35150"/>
                    <a:pt x="19082" y="26050"/>
                    <a:pt x="16763" y="17825"/>
                  </a:cubicBezTo>
                  <a:cubicBezTo>
                    <a:pt x="16629" y="17343"/>
                    <a:pt x="16477" y="16862"/>
                    <a:pt x="16317" y="16389"/>
                  </a:cubicBezTo>
                  <a:cubicBezTo>
                    <a:pt x="13783" y="8922"/>
                    <a:pt x="8359" y="1268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48"/>
            <p:cNvSpPr/>
            <p:nvPr/>
          </p:nvSpPr>
          <p:spPr>
            <a:xfrm rot="-6034094">
              <a:off x="-883321" y="-332271"/>
              <a:ext cx="2902661" cy="2327144"/>
            </a:xfrm>
            <a:custGeom>
              <a:rect b="b" l="l" r="r" t="t"/>
              <a:pathLst>
                <a:path extrusionOk="0" fill="none" h="79076" w="98632">
                  <a:moveTo>
                    <a:pt x="98632" y="79076"/>
                  </a:moveTo>
                  <a:cubicBezTo>
                    <a:pt x="96696" y="78112"/>
                    <a:pt x="94921" y="76596"/>
                    <a:pt x="93092" y="75195"/>
                  </a:cubicBezTo>
                  <a:cubicBezTo>
                    <a:pt x="91397" y="73902"/>
                    <a:pt x="89639" y="72724"/>
                    <a:pt x="87793" y="71671"/>
                  </a:cubicBezTo>
                  <a:cubicBezTo>
                    <a:pt x="81477" y="68103"/>
                    <a:pt x="74286" y="66212"/>
                    <a:pt x="66971" y="65177"/>
                  </a:cubicBezTo>
                  <a:cubicBezTo>
                    <a:pt x="66034" y="65043"/>
                    <a:pt x="65089" y="64918"/>
                    <a:pt x="64143" y="64811"/>
                  </a:cubicBezTo>
                  <a:cubicBezTo>
                    <a:pt x="57845" y="64080"/>
                    <a:pt x="51261" y="64356"/>
                    <a:pt x="45123" y="63009"/>
                  </a:cubicBezTo>
                  <a:cubicBezTo>
                    <a:pt x="39637" y="61805"/>
                    <a:pt x="33981" y="59334"/>
                    <a:pt x="29797" y="55560"/>
                  </a:cubicBezTo>
                  <a:cubicBezTo>
                    <a:pt x="25640" y="51813"/>
                    <a:pt x="23249" y="47049"/>
                    <a:pt x="21322" y="41831"/>
                  </a:cubicBezTo>
                  <a:cubicBezTo>
                    <a:pt x="18414" y="33953"/>
                    <a:pt x="18976" y="25104"/>
                    <a:pt x="16585" y="17128"/>
                  </a:cubicBezTo>
                  <a:cubicBezTo>
                    <a:pt x="16442" y="16664"/>
                    <a:pt x="16291" y="16201"/>
                    <a:pt x="16130" y="15746"/>
                  </a:cubicBezTo>
                  <a:cubicBezTo>
                    <a:pt x="13534" y="8502"/>
                    <a:pt x="8128" y="1195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48"/>
            <p:cNvSpPr/>
            <p:nvPr/>
          </p:nvSpPr>
          <p:spPr>
            <a:xfrm rot="-6034094">
              <a:off x="-864059" y="-361108"/>
              <a:ext cx="2834944" cy="2322935"/>
            </a:xfrm>
            <a:custGeom>
              <a:rect b="b" l="l" r="r" t="t"/>
              <a:pathLst>
                <a:path extrusionOk="0" fill="none" h="78933" w="96331">
                  <a:moveTo>
                    <a:pt x="96330" y="78933"/>
                  </a:moveTo>
                  <a:cubicBezTo>
                    <a:pt x="94501" y="77889"/>
                    <a:pt x="92806" y="76346"/>
                    <a:pt x="91049" y="74927"/>
                  </a:cubicBezTo>
                  <a:cubicBezTo>
                    <a:pt x="89425" y="73616"/>
                    <a:pt x="87730" y="72412"/>
                    <a:pt x="85937" y="71350"/>
                  </a:cubicBezTo>
                  <a:cubicBezTo>
                    <a:pt x="79817" y="67710"/>
                    <a:pt x="72743" y="65801"/>
                    <a:pt x="65561" y="64749"/>
                  </a:cubicBezTo>
                  <a:cubicBezTo>
                    <a:pt x="64643" y="64606"/>
                    <a:pt x="63715" y="64481"/>
                    <a:pt x="62778" y="64374"/>
                  </a:cubicBezTo>
                  <a:cubicBezTo>
                    <a:pt x="56596" y="63616"/>
                    <a:pt x="50146" y="63803"/>
                    <a:pt x="44115" y="62411"/>
                  </a:cubicBezTo>
                  <a:cubicBezTo>
                    <a:pt x="38602" y="61136"/>
                    <a:pt x="32955" y="58557"/>
                    <a:pt x="28923" y="54605"/>
                  </a:cubicBezTo>
                  <a:cubicBezTo>
                    <a:pt x="24926" y="50698"/>
                    <a:pt x="22865" y="45765"/>
                    <a:pt x="21090" y="40466"/>
                  </a:cubicBezTo>
                  <a:cubicBezTo>
                    <a:pt x="18494" y="32749"/>
                    <a:pt x="18869" y="24149"/>
                    <a:pt x="16406" y="16432"/>
                  </a:cubicBezTo>
                  <a:cubicBezTo>
                    <a:pt x="16264" y="15978"/>
                    <a:pt x="16112" y="15531"/>
                    <a:pt x="15943" y="15085"/>
                  </a:cubicBezTo>
                  <a:cubicBezTo>
                    <a:pt x="13293" y="8074"/>
                    <a:pt x="7905" y="1106"/>
                    <a:pt x="1" y="0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48"/>
            <p:cNvSpPr/>
            <p:nvPr/>
          </p:nvSpPr>
          <p:spPr>
            <a:xfrm rot="-6034094">
              <a:off x="-825523" y="-418756"/>
              <a:ext cx="2699188" cy="2314312"/>
            </a:xfrm>
            <a:custGeom>
              <a:rect b="b" l="l" r="r" t="t"/>
              <a:pathLst>
                <a:path extrusionOk="0" fill="none" h="78640" w="91718">
                  <a:moveTo>
                    <a:pt x="91718" y="78640"/>
                  </a:moveTo>
                  <a:cubicBezTo>
                    <a:pt x="90094" y="77453"/>
                    <a:pt x="88568" y="75865"/>
                    <a:pt x="86963" y="74402"/>
                  </a:cubicBezTo>
                  <a:cubicBezTo>
                    <a:pt x="85473" y="73046"/>
                    <a:pt x="83903" y="71797"/>
                    <a:pt x="82226" y="70691"/>
                  </a:cubicBezTo>
                  <a:cubicBezTo>
                    <a:pt x="76489" y="66926"/>
                    <a:pt x="69647" y="64990"/>
                    <a:pt x="62733" y="63884"/>
                  </a:cubicBezTo>
                  <a:cubicBezTo>
                    <a:pt x="61850" y="63741"/>
                    <a:pt x="60949" y="63608"/>
                    <a:pt x="60057" y="63492"/>
                  </a:cubicBezTo>
                  <a:cubicBezTo>
                    <a:pt x="54089" y="62689"/>
                    <a:pt x="47888" y="62689"/>
                    <a:pt x="42090" y="61217"/>
                  </a:cubicBezTo>
                  <a:cubicBezTo>
                    <a:pt x="36514" y="59798"/>
                    <a:pt x="30894" y="56988"/>
                    <a:pt x="27174" y="52706"/>
                  </a:cubicBezTo>
                  <a:cubicBezTo>
                    <a:pt x="23481" y="48451"/>
                    <a:pt x="22062" y="43205"/>
                    <a:pt x="20608" y="37746"/>
                  </a:cubicBezTo>
                  <a:cubicBezTo>
                    <a:pt x="18636" y="30350"/>
                    <a:pt x="18654" y="22250"/>
                    <a:pt x="16058" y="15033"/>
                  </a:cubicBezTo>
                  <a:cubicBezTo>
                    <a:pt x="15907" y="14614"/>
                    <a:pt x="15746" y="14194"/>
                    <a:pt x="15568" y="13784"/>
                  </a:cubicBezTo>
                  <a:cubicBezTo>
                    <a:pt x="12802" y="7218"/>
                    <a:pt x="7458" y="94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48"/>
            <p:cNvSpPr/>
            <p:nvPr/>
          </p:nvSpPr>
          <p:spPr>
            <a:xfrm rot="-6034094">
              <a:off x="-806243" y="-447579"/>
              <a:ext cx="2631441" cy="2310104"/>
            </a:xfrm>
            <a:custGeom>
              <a:rect b="b" l="l" r="r" t="t"/>
              <a:pathLst>
                <a:path extrusionOk="0" fill="none" h="78497" w="89416">
                  <a:moveTo>
                    <a:pt x="89416" y="78497"/>
                  </a:moveTo>
                  <a:cubicBezTo>
                    <a:pt x="87899" y="77230"/>
                    <a:pt x="86454" y="75624"/>
                    <a:pt x="84920" y="74134"/>
                  </a:cubicBezTo>
                  <a:cubicBezTo>
                    <a:pt x="83501" y="72761"/>
                    <a:pt x="81994" y="71494"/>
                    <a:pt x="80370" y="70361"/>
                  </a:cubicBezTo>
                  <a:cubicBezTo>
                    <a:pt x="74830" y="66534"/>
                    <a:pt x="68095" y="64580"/>
                    <a:pt x="61332" y="63456"/>
                  </a:cubicBezTo>
                  <a:cubicBezTo>
                    <a:pt x="60458" y="63304"/>
                    <a:pt x="59575" y="63171"/>
                    <a:pt x="58701" y="63046"/>
                  </a:cubicBezTo>
                  <a:cubicBezTo>
                    <a:pt x="52840" y="62216"/>
                    <a:pt x="46773" y="62127"/>
                    <a:pt x="41082" y="60619"/>
                  </a:cubicBezTo>
                  <a:cubicBezTo>
                    <a:pt x="35479" y="59129"/>
                    <a:pt x="29868" y="56203"/>
                    <a:pt x="26299" y="51752"/>
                  </a:cubicBezTo>
                  <a:cubicBezTo>
                    <a:pt x="22758" y="47327"/>
                    <a:pt x="21660" y="41921"/>
                    <a:pt x="20376" y="36390"/>
                  </a:cubicBezTo>
                  <a:cubicBezTo>
                    <a:pt x="18699" y="29155"/>
                    <a:pt x="18556" y="21295"/>
                    <a:pt x="15889" y="14337"/>
                  </a:cubicBezTo>
                  <a:cubicBezTo>
                    <a:pt x="15728" y="13936"/>
                    <a:pt x="15567" y="13525"/>
                    <a:pt x="15389" y="13133"/>
                  </a:cubicBezTo>
                  <a:cubicBezTo>
                    <a:pt x="12570" y="6790"/>
                    <a:pt x="7235" y="857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48"/>
            <p:cNvSpPr/>
            <p:nvPr/>
          </p:nvSpPr>
          <p:spPr>
            <a:xfrm rot="-6034094">
              <a:off x="-767722" y="-505480"/>
              <a:ext cx="2495743" cy="2301982"/>
            </a:xfrm>
            <a:custGeom>
              <a:rect b="b" l="l" r="r" t="t"/>
              <a:pathLst>
                <a:path extrusionOk="0" fill="none" h="78221" w="84805">
                  <a:moveTo>
                    <a:pt x="84804" y="78220"/>
                  </a:moveTo>
                  <a:cubicBezTo>
                    <a:pt x="83493" y="76793"/>
                    <a:pt x="82208" y="75151"/>
                    <a:pt x="80826" y="73617"/>
                  </a:cubicBezTo>
                  <a:cubicBezTo>
                    <a:pt x="79550" y="72199"/>
                    <a:pt x="78176" y="70887"/>
                    <a:pt x="76659" y="69719"/>
                  </a:cubicBezTo>
                  <a:cubicBezTo>
                    <a:pt x="71494" y="65758"/>
                    <a:pt x="65000" y="63777"/>
                    <a:pt x="58505" y="62600"/>
                  </a:cubicBezTo>
                  <a:cubicBezTo>
                    <a:pt x="57666" y="62448"/>
                    <a:pt x="56819" y="62305"/>
                    <a:pt x="55980" y="62180"/>
                  </a:cubicBezTo>
                  <a:cubicBezTo>
                    <a:pt x="50333" y="61297"/>
                    <a:pt x="44526" y="61012"/>
                    <a:pt x="39057" y="59433"/>
                  </a:cubicBezTo>
                  <a:cubicBezTo>
                    <a:pt x="33401" y="57791"/>
                    <a:pt x="27808" y="54651"/>
                    <a:pt x="24552" y="49851"/>
                  </a:cubicBezTo>
                  <a:cubicBezTo>
                    <a:pt x="21313" y="45097"/>
                    <a:pt x="20823" y="39378"/>
                    <a:pt x="19904" y="33678"/>
                  </a:cubicBezTo>
                  <a:cubicBezTo>
                    <a:pt x="18789" y="26782"/>
                    <a:pt x="18343" y="19404"/>
                    <a:pt x="15532" y="12954"/>
                  </a:cubicBezTo>
                  <a:cubicBezTo>
                    <a:pt x="15372" y="12571"/>
                    <a:pt x="15202" y="12205"/>
                    <a:pt x="15015" y="11830"/>
                  </a:cubicBezTo>
                  <a:cubicBezTo>
                    <a:pt x="12080" y="5942"/>
                    <a:pt x="6781" y="70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dk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48"/>
            <p:cNvSpPr/>
            <p:nvPr/>
          </p:nvSpPr>
          <p:spPr>
            <a:xfrm rot="-6034094">
              <a:off x="-748572" y="-534146"/>
              <a:ext cx="2427997" cy="2297508"/>
            </a:xfrm>
            <a:custGeom>
              <a:rect b="b" l="l" r="r" t="t"/>
              <a:pathLst>
                <a:path extrusionOk="0" fill="none" h="78069" w="82503">
                  <a:moveTo>
                    <a:pt x="82503" y="78069"/>
                  </a:moveTo>
                  <a:cubicBezTo>
                    <a:pt x="81298" y="76570"/>
                    <a:pt x="80094" y="74902"/>
                    <a:pt x="78782" y="73349"/>
                  </a:cubicBezTo>
                  <a:cubicBezTo>
                    <a:pt x="77578" y="71922"/>
                    <a:pt x="76267" y="70575"/>
                    <a:pt x="74804" y="69388"/>
                  </a:cubicBezTo>
                  <a:cubicBezTo>
                    <a:pt x="69835" y="65365"/>
                    <a:pt x="63456" y="63367"/>
                    <a:pt x="57095" y="62171"/>
                  </a:cubicBezTo>
                  <a:cubicBezTo>
                    <a:pt x="56275" y="62011"/>
                    <a:pt x="55445" y="61868"/>
                    <a:pt x="54615" y="61734"/>
                  </a:cubicBezTo>
                  <a:cubicBezTo>
                    <a:pt x="49084" y="60833"/>
                    <a:pt x="43402" y="60450"/>
                    <a:pt x="38058" y="58835"/>
                  </a:cubicBezTo>
                  <a:cubicBezTo>
                    <a:pt x="32366" y="57122"/>
                    <a:pt x="26782" y="53866"/>
                    <a:pt x="23677" y="48897"/>
                  </a:cubicBezTo>
                  <a:cubicBezTo>
                    <a:pt x="20599" y="43973"/>
                    <a:pt x="20394" y="38103"/>
                    <a:pt x="19672" y="32313"/>
                  </a:cubicBezTo>
                  <a:cubicBezTo>
                    <a:pt x="18824" y="25586"/>
                    <a:pt x="18235" y="18450"/>
                    <a:pt x="15363" y="12249"/>
                  </a:cubicBezTo>
                  <a:cubicBezTo>
                    <a:pt x="15193" y="11893"/>
                    <a:pt x="15024" y="11536"/>
                    <a:pt x="14836" y="11179"/>
                  </a:cubicBezTo>
                  <a:cubicBezTo>
                    <a:pt x="11839" y="5514"/>
                    <a:pt x="6558" y="616"/>
                    <a:pt x="1" y="1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48"/>
            <p:cNvSpPr/>
            <p:nvPr/>
          </p:nvSpPr>
          <p:spPr>
            <a:xfrm rot="-6034094">
              <a:off x="-690781" y="-620858"/>
              <a:ext cx="2224259" cy="2284913"/>
            </a:xfrm>
            <a:custGeom>
              <a:rect b="b" l="l" r="r" t="t"/>
              <a:pathLst>
                <a:path extrusionOk="0" fill="none" h="77641" w="75580">
                  <a:moveTo>
                    <a:pt x="75579" y="77640"/>
                  </a:moveTo>
                  <a:cubicBezTo>
                    <a:pt x="73857" y="74313"/>
                    <a:pt x="71931" y="71021"/>
                    <a:pt x="69227" y="68416"/>
                  </a:cubicBezTo>
                  <a:cubicBezTo>
                    <a:pt x="64838" y="64196"/>
                    <a:pt x="58808" y="62154"/>
                    <a:pt x="52848" y="60887"/>
                  </a:cubicBezTo>
                  <a:cubicBezTo>
                    <a:pt x="46898" y="59620"/>
                    <a:pt x="40778" y="59004"/>
                    <a:pt x="35015" y="57051"/>
                  </a:cubicBezTo>
                  <a:cubicBezTo>
                    <a:pt x="29252" y="55097"/>
                    <a:pt x="23694" y="51529"/>
                    <a:pt x="21045" y="46042"/>
                  </a:cubicBezTo>
                  <a:cubicBezTo>
                    <a:pt x="18422" y="40618"/>
                    <a:pt x="19029" y="34275"/>
                    <a:pt x="18948" y="28245"/>
                  </a:cubicBezTo>
                  <a:cubicBezTo>
                    <a:pt x="18859" y="22000"/>
                    <a:pt x="17914" y="15595"/>
                    <a:pt x="14827" y="10162"/>
                  </a:cubicBezTo>
                  <a:cubicBezTo>
                    <a:pt x="11749" y="4729"/>
                    <a:pt x="6236" y="402"/>
                    <a:pt x="0" y="1"/>
                  </a:cubicBezTo>
                </a:path>
              </a:pathLst>
            </a:custGeom>
            <a:noFill/>
            <a:ln cap="flat" cmpd="sng" w="28575">
              <a:solidFill>
                <a:schemeClr val="lt2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9"/>
          <p:cNvSpPr txBox="1"/>
          <p:nvPr>
            <p:ph type="ctrTitle"/>
          </p:nvPr>
        </p:nvSpPr>
        <p:spPr>
          <a:xfrm>
            <a:off x="713250" y="542097"/>
            <a:ext cx="77175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840" name="Google Shape;840;p49"/>
          <p:cNvSpPr txBox="1"/>
          <p:nvPr>
            <p:ph idx="1" type="body"/>
          </p:nvPr>
        </p:nvSpPr>
        <p:spPr>
          <a:xfrm>
            <a:off x="2256000" y="1381050"/>
            <a:ext cx="6253800" cy="23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Arnold et al., 2013 – Muscle fiber lengths &amp; velocities in walking/running. JEB.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Krishnaswamy et al., 2011 – Ankle muscle–tendon energetics in walking. PLOS Comp Bio.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Farris &amp; Sawicki, 2012 – Gastrocnemius force–velocity behavior. PNAS.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Zajac, 1989 – Muscle and tendon modeling principles. Crit Rev Biomed Eng.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Uchida et al., 2016 – Simulating assistive devices &amp; metabolic cost. PLOS ONE.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Lichtwark &amp; Wilson, 2006 – Muscle–tendon interaction during locomotion. JEB.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Fukunaga et al., 2001 – In-vivo muscle–tendon behavior in walking. Proc R Soc B.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Rajagopal et al., 2016 – Full-body musculoskeletal model for simulation. IEEE TBME.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Neptune et al., 2001 – Muscle contributions to walking. J Biomech.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50"/>
          <p:cNvSpPr txBox="1"/>
          <p:nvPr>
            <p:ph type="title"/>
          </p:nvPr>
        </p:nvSpPr>
        <p:spPr>
          <a:xfrm>
            <a:off x="1537050" y="1301250"/>
            <a:ext cx="6069900" cy="25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Thank You!</a:t>
            </a:r>
            <a:endParaRPr sz="6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Questions?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hysical Education Subject for High School: Muscular System by Slidesgo">
  <a:themeElements>
    <a:clrScheme name="Simple Light">
      <a:dk1>
        <a:srgbClr val="524443"/>
      </a:dk1>
      <a:lt1>
        <a:srgbClr val="EFEFE8"/>
      </a:lt1>
      <a:dk2>
        <a:srgbClr val="B5615C"/>
      </a:dk2>
      <a:lt2>
        <a:srgbClr val="E87B76"/>
      </a:lt2>
      <a:accent1>
        <a:srgbClr val="ECC1B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244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